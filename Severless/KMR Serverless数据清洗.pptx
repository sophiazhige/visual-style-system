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5.xml"/><Relationship Id="rId8" Type="http://schemas.openxmlformats.org/officeDocument/2006/relationships/customXml" Target="../customXml/item1.xml"/><Relationship Id="rId7" Type="http://schemas.openxmlformats.org/officeDocument/2006/relationships/customXmlProps" Target="../customXml/itemProps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CB019B1-382A-4266-B25C-5B523AA43C14-1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8495" y="3071495"/>
            <a:ext cx="714375" cy="714375"/>
          </a:xfrm>
          <a:prstGeom prst="rect">
            <a:avLst/>
          </a:prstGeom>
        </p:spPr>
      </p:pic>
      <p:pic>
        <p:nvPicPr>
          <p:cNvPr id="2" name="E657119C-6982-421D-8BA7-E74DEB70A7D9-2" descr="upload_post_object_v2_33362634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14" y="612771"/>
            <a:ext cx="9383748" cy="6245209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M2NhZDkwYzM1Mjc2MzMxYzgwZWFiMjdhMmNlYWZmYj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zI0NzYxNDQ3MTM5IiwKCSJHcm91cElkIiA6ICIyMTUzMjY2MjE0IiwKCSJJbWFnZSIgOiAiaVZCT1J3MEtHZ29BQUFBTlNVaEVVZ0FBQUVzQUFBQkxDQVlBQUFBNFRucnFBQUFBQVhOU1IwSUFyczRjNlFBQUFDMUpSRUZVZUp6dHdURUJBQUFBd3FEMVQyME1INkFBQUFBQUFBQUFBQUFBQUFBQUFBQUFBQUFBQUFDQXN3RllMd0FCY0JWOTZBQUFBQUJKUlU1RXJrSmdnZz09IiwKCSJUaGVtZSIgOiAiIiwKCSJUeXBlIiA6ICJmbG93IiwKCSJWZXJzaW9uIiA6ICIzIgp9Cg=="/>
    </extobj>
    <extobj name="E657119C-6982-421D-8BA7-E74DEB70A7D9-2">
      <extobjdata type="E657119C-6982-421D-8BA7-E74DEB70A7D9" data="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YVdSMGFDVXlNaVV6UVRFMk5qWWxNa01sTWpKemFHOTNSM0pwWkNVeU1pVXpRWFJ5ZFdVbE1rTWxNakp5YVdOb1ZHVjRkQ1V5TWlVelFYUnlkV1VsTWtNbE1qSm9aV2xuYUhRbE1qSWxNMEU0TXpNbE4wUWxNa01sTWpKbGJHVnRaVzUwY3lVeU1pVXpRU1UzUWlVeU1sTnFlV2x1WTJwNWVIazBOVEl5TVRFbE1qSWxNMEVsTjBJbE1qSndZWEpsYm5RbE1qSWxNMEVsTWpJbE1qSWxNa01sTWpKc2FXNXJKVEl5SlROQkpUSXlKVEl5SlRKREpUSXljMmhoY0dWVGRIbHNaU1V5TWlVelFTVTNRaVV5TW1Gc2NHaGhKVEl5SlROQk1TVTNSQ1V5UXlVeU1uUmxlSFJDYkc5amF5VXlNaVV6UVNVMVFpVTNRaVV5TW5CdmMybDBhVzl1SlRJeUpUTkJKVGRDSlRJeWR5VXlNaVV6UVNVeU1uY3RNakFsTWpJbE1rTWxNako0SlRJeUpUTkJNVEFsTWtNbE1qSm9KVEl5SlROQkpUSXlhQ1V5TWlVeVF5VXlNbmtsTWpJbE0wRXdKVGRFSlRKREpUSXlkR1Y0ZENVeU1pVXpRU1V5TW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V5UXlVeU1uUnBkR3hsSlRJeUpUTkJKVEl5SlVVM0pUbEdKVUU1SlVVMUpVSkVKVUV5SlRJeUpUSkRKVEl5Wm05dWRGTjBlV3hsSlRJeUpUTkJKVGRDSlRkRUpUSkRKVEl5WkdGMFlVRjBkSEpwWW5WMFpYTWxNaklsTTBFbE5VSWxOMElsTWpKdVlXMWxKVEl5SlROQkpUSXlKVVUxSlVKQkpUaEdKVVUxSlRoR0pVSTNKVEl5SlRKREpUSXlhV1FsTWpJbE0wRWxNakowYjJkWFJsbFViRVJrT0RreE9URTFKVEl5SlRKREpUSXlkSGx3WlNVeU1pVXpRU1V5TW01MWJXSmxjaVV5TWlVeVF5VXlNbU5oZEdWbmIzSjVKVEl5SlROQkpUSXlaR1ZtWVhWc2RDVXlNaVV5UXlVeU1uWmhiSFZsSlRJeUpUTkJKVEl5SlRJeUpUZEVKVEpESlRkQ0pUSXlibUZ0WlNVeU1pVXpRU1V5TWlWRk5TVTVNQ1U0UkNWRk55VkJOeVZDTUNVeU1pVXlReVV5TW1sa0pUSXlKVE5CSlRJeVlVeDRVMmQ0YkZSU1VEWTVPVE0zTVNVeU1pVXlReVV5TW5SNWNHVWxNaklsTTBFbE1qSnpkSEpwYm1jbE1qSWxNa01sTWpKallYUmxaMjl5ZVNVeU1pVXpRU1V5TW1SbFptRjFiSFFsTWpJbE1rTWxNakoyWVd4MVpTVXlNaVV6UVNVeU1pVXlNaVUzUkNVeVF5VTNRaVV5TW01aGJXVWxNaklsTTBFbE1qSWxSVFlsT0RrbE9EQWxSVFlsT1VNbE9Ea2xSVGdsT0RBbE9EVWxNaklsTWtNbE1qSnBaQ1V5TWlVelFTVXlNblJ2UjJwb2VuTmhTRVV3TlRVNU9UQWxNaklsTWtNbE1qSjBlWEJsSlRJeUpUTkJKVEl5YzNSeWFXNW5KVEl5SlRKREpUSXlZMkYwWldkdmNua2xNaklsTTBFbE1qSmtaV1poZFd4MEpUSXlKVEpESlRJeWRtRnNkV1VsTWpJbE0wRWxNaklsTWpJbE4wUWxNa01sTjBJbE1qSnVZVzFsSlRJeUpUTkJKVEl5SlVVNEpVSkdKVGxGSlVVMkpUaEZKVUUxSlRJeUpUSkRKVEl5YVdRbE1qSWxNMEVsTWpKSFUyZFhSa1ZuU2t4R016TTBOell4SlRJeUpUSkRKVEl5ZEhsd1pTVXlNaVV6UVNVeU1teHBibXNsTWpJbE1rTWxNakpqWVhSbFoyOXllU1V5TWlVelFTVXlNbVJsWm1GMWJIUWxNaklsTWtNbE1qSjJZV3gxWlNVeU1pVXpRU1V5TWlVeU1pVTNSQ1V5UXlVM1FpVXlNbTVoYldVbE1qSWxNMEVsTWpJbFJUUWxRa1VsUWtZbFJUY2xRVU1sUWtFbE1qSWxNa01sTWpKcFpDVXlNaVV6UVNVeU1tRm9VWEpoYVhoeWNHWTJPREk1TXpVbE1qSWxNa01sTWpKMGVYQmxKVEl5SlROQkpUSXljM1J5YVc1bkpUSXlKVEpESlRJeVkyRjBaV2R2Y25rbE1qSWxNMEVsTWpKa1pXWmhkV3gwSlRJeUpUSkRKVEl5ZG1Gc2RXVWxNaklsTTBFbE1qSWxNaklsTjBRbE5VUWxNa01sTWpKd2NtOXdjeVV5TWlVelFTVTNRaVV5TW5wcGJtUmxlQ1V5TWlVelFURWxNa01sTWpKM0pUSXlKVE5CTVRFeU5DNHhPREU0TVRneE9ERTRNVGd5SlRKREpUSXllQ1V5TWlVelFURXlNUzQ0TVRneE9ERTRNVGd4T0RFM05pVXlReVV5TW1nbE1qSWxNMEUzTXpJbE1rTWxNako1SlRJeUpUTkJOekVsTWtNbE1qSmhibWRzWlNVeU1pVXpRVEFsTjBRbE1rTWxNakp3WVhSb0pUSXlKVE5CSlRWQ0pUZENKVEl5WVdOMGFXOXVjeVV5TWlVelFTVTFRaVUzUWlVeU1uZ2xNaklsTTBFbE1qSXdKVEl5SlRKREpUSXlZV04wYVc5dUpUSXlKVE5CSlRJeWJXOTJaU1V5TWlVeVF5VXlNbmtsTWpJbE0wRWxNakl3SlRJeUpUZEVKVEpESlRkQ0pUSXllQ1V5TWlVelFTVXlNbmNsTWpJbE1rTWxNakpoWTNScGIyNGxNaklsTTBFbE1qSnNhVzVsSlRJeUpUSkRKVEl5ZVNVeU1pVXpRU1V5TWpBbE1qSWxOMFFsTWtNbE4wSWxNako0SlRJeUpUTkJKVEl5ZHlVeU1pVXlReVV5TW1GamRHbHZiaVV5TWlVelFTVXlNbXhwYm1VbE1qSWxNa01sTWpKNUpUSXlKVE5CSlRJeWFDVXlNaVUzUkNVeVF5VTNRaVV5TW5nbE1qSWxNMEVsTWpJd0pUSXlKVEpESlRJeVlXTjBhVzl1SlRJeUpUTkJKVEl5YkdsdVpTVXlNaVV5UXlVeU1ua2xNaklsTTBFbE1qSm9KVEl5SlRkRUpUSkRKVGRDSlRJeVlXTjBhVzl1SlRJeUpUTkJKVEl5WTJ4dmMyVWxNaklsTjBRbE5VUWxOMFFsTlVRbE1rTWxNakpzYVc1bFUzUjViR1VsTWpJbE0wRWxOMElsTWpKc2FXNWxWMmxrZEdnbE1qSWxNMEV4TGpVbE4wUWxNa01sTWpKamFHbHNaSEpsYmlVeU1pVXpRU1UxUWlVMVJDVXlReVV5TW5KbGMybDZaVVJwY2lVeU1pVXpRU1UxUWlVeU1uUnNKVEl5SlRKREpUSXlkSElsTWpJbE1rTWxNakppY2lVeU1pVXlReVV5TW1Kc0pUSXlKVEpESlRJeWJDVXlNaVV5UXlVeU1uUWxNaklsTWtNbE1qSnlKVEl5SlRKREpUSXlZaVV5TWlVMVJDVXlReVV5TW01aGJXVWxNaklsTTBFbE1qSnlaV04wWVc1bmJHVWxNaklsTWtNbE1qSm1hV3hzVTNSNWJHVWxNaklsTTBFbE4wSWxNakpqYjJ4dmNpVXlNaVV6UVNVeU1qSXlOQ1V5UXpJeU5DVXlRekl5TkNVeU1pVXlReVV5TW5SNWNHVWxNaklsTTBFbE1qSnpiMnhwWkNVeU1pVTNSQ1V5UXlVeU1uUm9aVzFsSlRJeUpUTkJKVGRDSlRkRUpUSkRKVEl5YVdRbE1qSWxNMEVsTWpKVGFubHBibU5xZVhoNU5EVXlNakV4SlRJeUpUSkRKVEl5WVhSMGNtbGlkWFJsSlRJeUpUTkJKVGRDSlRJeVkyOXVkR0ZwYm1WeUpUSXlKVE5CWm1Gc2MyVWxNa01sTWpKeWIzUmhkR0ZpYkdVbE1qSWxNMEYwY25WbEpUSkRKVEl5ZG1semFXSnNaU1V5TWlVelFYUnlkV1VsTWtNbE1qSm1hWGhsWkV4cGJtc2xNaklsTTBGbVlXeHpaU1V5UXlVeU1tTnZiR3hoY0hOaFlteGxKVEl5SlROQlptRnNjMlVsTWtNbE1qSmpiMnhzWVhCelpXUWxNaklsTTBGbVlXeHpaU1V5UXlVeU1teHBibXRoWW14bEpUSXlKVE5CZEhKMVpTVXlReVV5TW0xaGNtdGxjazltWm5ObGRDVXlNaVV6UVRVbE4wUWxNa01sTWpKallYUmxaMjl5ZVNVeU1pVXpRU1V5TW1KaGMybGpKVEl5SlRKREpUSXliRzlqYTJWa0pUSXlKVE5CWm1Gc2MyVWxNa01sTWpKbmNtOTFjQ1V5TWlVelFTVXlNaVV5TWlVM1JDVXlReVV5TWs5T1RsVnVTRlY0UjFvM01UZ3pPRGNsTWpJbE0wRWxOMElsTWpKd1lYSmxiblFsTWpJbE0wRWxNaklsTWpJbE1rTWxNakpzYVc1ckpUSXlKVE5CSlRJeUpUSXlKVEpESlRJeWMyaGhjR1ZUZEhsc1pTVXlNaVV6UVNVM1FpVXlNbUZzY0doaEpUSXlKVE5CTVNVM1JDVXlReVV5TW5SbGVIUkNiRzlqYXlVeU1pVXpRU1UxUWlVM1FpVXlNbkJ2YzJsMGFXOXVKVEl5SlROQkpUZENKVEl5ZHlVeU1pVXpRU1V5TW5jdE1qQWxNaklsTWtNbE1qSjRKVEl5SlROQk1UQWxNa01sTWpKb0pUSXlKVE5CSlRJeWFDVXlNaVV5UXlVeU1ua2xNaklsTTBFd0pUZEVKVEpESlRJeWRHVjRkQ1V5TWlVelFTVXlNaV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XlReVV5TW5ScGRHeGxKVEl5SlROQkpUSXlKVVUzSlRsR0pVRTVKVVUxSlVKRUpVRXlKVEl5SlRKREpUSXlabTl1ZEZOMGVXeGxKVEl5SlROQkpUZENKVGRFSlRKREpUSXlaR0YwWVVGMGRISnBZblYwWlhNbE1qSWxNMEVsTlVJbE4wSWxNakp1WVcxbEpUSXlKVE5CSlRJeUpVVTFKVUpCSlRoR0pVVTFKVGhHSlVJM0pUSXlKVEpESlRJeWFXUWxNaklsTTBFbE1qSkZSWFJOV1dGU1dHMUROemsyTVRBeEpUSXlKVEpESlRJeWRIbHdaU1V5TWlVelFTVXlNbTUxYldKbGNpVXlNaVV5UXlVeU1tTmhkR1ZuYjNKNUpUSXlKVE5CSlRJeVpHVm1ZWFZzZENVeU1pVXlReVV5TW5aaGJIVmxKVEl5SlROQkpUSXlKVEl5SlRkRUpUSkRKVGRDSlRJeWJtRnRaU1V5TWlVelFTVXlNaVZGTlNVNU1DVTRSQ1ZGTnlWQk55VkNNQ1V5TWlVeVF5VXlNbWxrSlRJeUpUTkJKVEl5UTNGYVEwVlpkM3BvYXpVek5URTFOaVV5TWlVeVF5VXlNblI1Y0dVbE1qSWxNMEVsTWpKemRISnBibWNsTWpJbE1rTWxNakpqWVhSbFoyOXllU1V5TWlVelFTVXlNbVJsWm1GMWJIUWxNaklsTWtNbE1qSjJZV3gxWlNVeU1pVXpRU1V5TWlVeU1pVTNSQ1V5UXlVM1FpVXlNbTVoYldVbE1qSWxNMEVsTWpJbFJUWWxPRGtsT0RBbFJUWWxPVU1sT0RrbFJUZ2xPREFsT0RVbE1qSWxNa01sTWpKcFpDVXlNaVV6UVNVeU1uUkZWVlJYVFdwVlRISTROek0xTXpRbE1qSWxNa01sTWpKMGVYQmxKVEl5SlROQkpUSXljM1J5YVc1bkpUSXlKVEpESlRJeVkyRjBaV2R2Y25rbE1qSWxNMEVsTWpKa1pXWmhkV3gwSlRJeUpUSkRKVEl5ZG1Gc2RXVWxNaklsTTBFbE1qSWxNaklsTjBRbE1rTWxOMElsTWpKdVlXMWxKVEl5SlROQkpUSXlKVVU0SlVKR0pUbEZKVVUySlRoRkpVRTFKVEl5SlRKREpUSXlhV1FsTWpJbE0wRWxNakp6YkU5QlFYZFJTME5OTkRFd09EUXlKVEl5SlRKREpUSXlkSGx3WlNVeU1pVXpRU1V5TW14cGJtc2xNaklsTWtNbE1qSmpZWFJsWjI5eWVTVXlNaVV6UVNVeU1tUmxabUYxYkhRbE1qSWxNa01sTWpKMllXeDFaU1V5TWlVelFTVXlNaVV5TWlVM1JDVXlReVUzUWlVeU1tNWhiV1VsTWpJbE0wRWxNaklsUlRRbFFrVWxRa1lsUlRjbFFVTWxRa0VsTWpJbE1rTWxNakpwWkNVeU1pVXpRU1V5TW5GSVdXeHBWM0J1ZVcweE5qZ3dNalVsTWpJbE1rTWxNakowZVhCbEpUSXlKVE5CSlRJeWMzUnlhVzVuSlRJeUpUSkRKVEl5WTJGMFpXZHZjbmtsTWpJbE0wRWxNakprWldaaGRXeDBKVEl5SlRKREpUSXlkbUZzZFdVbE1qSWxNMEVsTWpJbE1qSWxOMFFsTlVRbE1rTWxNakp3Y205d2N5VXlNaVV6UVNVM1FpVXlNbnBwYm1SbGVDVXlNaVV6UVRJbE1rTWxNakozSlRJeUpUTkJPVEl3SlRKREpUSXllQ1V5TWlVelFURTFOU1V5UXlVeU1tZ2xNaklsTTBFeE5EZ2xNa01sTWpKNUpUSXlKVE5CTVRFMExqWXdORFUzTlRFMk16TTVPRGMxSlRKREpUSXlZVzVuYkdVbE1qSWxNMEV3SlRkRUpUSkRKVEl5Y0dGMGFDVXlNaVV6UVNVMVFpVTNRa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k4wZVd4bEpUSXlKVE5CSlRJeVpHRnphR1ZrSlRJeUpUSkRKVEl5YkdsdVpWZHBaSFJvSlRJeUpUTkJNUzQxSlRkRUpUSkRKVEl5WTJocGJHUnlaVzRsTWpJbE0wRWxOVUlsTlVRbE1rTWxNakp5WlhOcGVtVkVhWElsTWpJbE0wRWxOVUlsTWpKMGJDVXlNaVV5UXlVeU1uUnlKVEl5SlRKREpUSXlZbklsTWpJbE1rTWxNakppYkNVeU1pVXlReVV5TW13bE1qSWxNa01sTWpKMEpUSXlKVEpESlRJeWNpVXlNaVV5UXlVeU1tSWxNaklsTlVRbE1rTWxNakp1WVcxbEpUSXlKVE5CSlRJeWNtVmpkR0Z1WjJ4bEpUSXlKVEpESlRJeVptbHNiRk4wZVd4bEpUSXlKVE5CSlRkQ0pUSXlZMjlzYjNJbE1qSWxNMEVsTWpJeU1Ua2xNa015TWpnbE1rTXlORFVsTWpJbE1rTWxNakowZVhCbEpUSXlKVE5CSlRJeWMyOXNhV1FsTWpJbE4wUWxNa01sTWpKMGFHVnRaU1V5TWlVelFTVTNRaVUzUkNVeVF5VXlNbWxrSlRJeUpUTkJKVEl5VDA1T1ZXNUlWWGhIV2pjeE9ETTROeVV5TWlVeVF5VXlNbUYwZEhKcFluVjBaU1V5TWlVelFTVTNRaVV5TW1OdmJuUmhhVzVsY2lVeU1pVXpRV1poYkhObEpUSkRKVEl5Y205MFlYUmhZbXhsSlRJeUpUTkJkSEoxWlNVeVF5VXlNblpwYzJsaWJHVWxNaklsTTBGMGNuVmxKVEpESlRJeVptbDRaV1JNYVc1ckpUSXlKVE5CWm1Gc2MyVWxNa01sTWpKamIyeHNZWEJ6WVdKc1pTVXlNaVV6UVdaaGJITmxKVEpESlRJeVkyOXNiR0Z3YzJWa0pUSXlKVE5CWm1Gc2MyVWxNa01sTWpKc2FXNXJZV0pzWlNVeU1pVXpRWFJ5ZFdVbE1rTWxNakp0WVhKclpYSlBabVp6WlhRbE1qSWxNMEUxSlRkRUpUSkRKVEl5WTJGMFpXZHZjbmtsTWpJbE0wRWxNakppWVhOcFl5VXlNaVV5UXlVeU1teHZZMnRsWkNVeU1pVXpRV1poYkhObEpUZEVKVEpESlRJeVVHNTZhR1pLV0dOSWVUZzBOemM0TXlVeU1pVXpRU1UzUWlVeU1uQmhjbVZ1ZENVeU1pVXpRU1V5TWlVeU1pVXlReVV5TW14cGJtc2xNaklsTTBFbE1qSWxNaklsTWtNbE1qSnphR0Z3WlZOMGVXeGxKVEl5SlROQkpUZENKVEl5WVd4d2FHRWxNaklsTTBFeEpUZEVKVEpESlRJeWRHVjRkRUpzYjJOckpUSXlKVE5CSlRWQ0pUZENKVEl5Y0c5emFYUnBiMjRsTWpJbE0wRWxOMElsTWpKM0pUSXlKVE5CSlRJeWR5VXlNaVV5UXlVeU1uZ2xNaklsTTBFd0pUSkRKVEl5YUNVeU1pVXpRU1V5TW1nbE1qSWxNa01sTWpKNUpUSXlKVE5CTUNVM1JDVXlReVV5TW5SbGVIUWxNaklsTTBFbE1qSWxSVFlsT1RZbE9EY2xSVFlsT1VNbFFVTWxSVFlsUWpnbE9EVWxSVFlsUWpRbE9UY2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1rTWxNakowYVhSc1pTVXlNaVV6UVNVeU1pVkZOaVU1TmlVNE55VkZOaVU1UXlWQlF5VXlNaVV5UXlVeU1tWnZiblJUZEhsc1pTVXlNaVV6UVNVM1FpVXlNbk5wZW1VbE1qSWxNMEV4TnlVeVF5VXlNbUp2YkdRbE1qSWxNMEYwY25WbEpUZEVKVEpESlRJeVpHRjBZVUYwZEhKcFluVjBaWE1sTWpJbE0wRWxOVUlsTjBJbE1qSnVZVzFsSlRJeUpUTkJKVEl5SlVVMUpVSkJKVGhHSlVVMUpUaEdKVUkzSlRJeUpUSkRKVEl5YVdRbE1qSWxNMEVsTWpKQllubFhkRUZ2UVd4Sk5qRXhNRE15SlRJeUpUSkRKVEl5ZEhsd1pTVXlNaVV6UVNVeU1tNTFiV0psY2lVeU1pVXlReVV5TW1OaGRHVm5iM0o1SlRJeUpUTkJKVEl5WkdWbVlYVnNkQ1V5TWlVeVF5VXlNblpoYkhWbEpUSXlKVE5CSlRJeUpUSXlKVGRFSlRKREpUZENKVEl5Ym1GdFpTVXlNaVV6UVNVeU1pVkZOU1U1TUNVNFJDVkZOeVZCTnlWQ01DVXlNaVV5UXlVeU1tbGtKVEl5SlROQkpUSXlSazF1YzBGVVEwdGlZekl3TWpBME15VXlNaVV5UXlVeU1uUjVjR1VsTWpJbE0wRWxNakp6ZEhKcGJtY2xNaklsTWtNbE1qSmpZWFJsWjI5eWVTVXlNaVV6UVNVeU1tUmxabUYxYkhRbE1qSWxNa01sTWpKMllXeDFaU1V5TWlVelFTVXlNaVV5TWlVM1JDVXlReVUzUWlVeU1tNWhiV1VsTWpJbE0wRWxNaklsUlRZbE9Ea2xPREFsUlRZbE9VTWxPRGtsUlRnbE9EQWxPRFVsTWpJbE1rTWxNakpwWkNVeU1pVXpRU1V5TW5seVIyeHNWMGRMUkVjM05EYzJORE1sTWpJbE1rTWxNakowZVhCbEpUSXlKVE5CSlRJeWMzUnlhVzVuSlRJeUpUSkRKVEl5WTJGMFpXZHZjbmtsTWpJbE0wRWxNakprWldaaGRXeDBKVEl5SlRKREpUSXlkbUZzZFdVbE1qSWxNMEVsTWpJbE1qSWxOMFFsTWtNbE4wSWxNakp1WVcxbEpUSXlKVE5CSlRJeUpVVTRKVUpHSlRsRkpVVTJKVGhGSlVFMUpUSXlKVEpESlRJeWFXUWxNaklsTTBFbE1qSnVUbmwyYTBwNGNHaENPREV4TVRVeUpUSXlKVEpESlRJeWRIbHdaU1V5TWlVelFTVXlNbXhwYm1zbE1qSWxNa01sTWpKallYUmxaMjl5ZVNVeU1pVXpRU1V5TW1SbFptRjFiSFFsTWpJbE1rTWxNakoyWVd4MVpTVXlNaVV6UVNVeU1pVXlNaVUzUkNVeVF5VTNRaVV5TW01aGJXVWxNaklsTTBFbE1qSWxSVFFsUWtVbFFrWWxSVGNsUVVNbFFrRWxNaklsTWtNbE1qSnBaQ1V5TWlVelFTVXlNbE5CY2xwbFkwTk1jMHd3TkRVME5qSWxNaklsTWtNbE1qSjBlWEJsSlRJeUpUTkJKVEl5YzNSeWFXNW5KVEl5SlRKREpUSXlZMkYwWldkdmNua2xNaklsTTBFbE1qSmtaV1poZFd4MEpUSXlKVEpESlRJeWRtRnNkV1VsTWpJbE0wRWxNaklsTWpJbE4wUWxOVVFsTWtNbE1qSndjbTl3Y3lVeU1pVXpRU1UzUWlVeU1ucHBibVJsZUNVeU1pVXpRVE1sTWtNbE1qSjNKVEl5SlROQk1UQXdKVEpESlRJeWVDVXlNaVV6UVRFNE1pNDVOREV4TnpZME56QTFPRGd5TmlVeVF5VXlNbWdsTWpJbE0wRTBNQ1V5UXlVeU1ua2xNaklsTTBFeE16Y3VOVFE1TURFNU5qQTNPRFF6TWlVeVF5VXlNbUZ1WjJ4bEpUSXlKVE5CTUNVM1JDVXlReVV5TW5CaGRHZ2xNaklsTTBFbE5VSWxOMElsTWpKc2FXNWxVM1I1YkdVbE1qSWxNMEVsTjBJbE1qSnNhVzVsVjJsa2RHZ2xNaklsTTBFd0pUZEVKVEpESlRJeVptbHNiRk4wZVd4bEpUSXlKVE5CSlRkQ0pUSXlkSGx3WlNVeU1pVXpRU1V5TW01dmJtVWxNaklsTjBRbE1rTWxNakpoWTNScGIyNXpKVEl5SlROQkpUVkNKVGRDSlRJeWVDVXlNaVV6UVNVeU1qQWxNaklsTWtNbE1qSmhZM1JwYjI0bE1qSWxNMEVsTWpKdGIzWmxKVEl5SlRKREpUSXllU1V5TWlVelFTVXlNakFsTWpJbE4wUWxNa01sTjBJbE1qSjRKVEl5SlROQkpUSXlkeVV5TWlVeVF5VXlNbUZqZEdsdmJpVXlNaVV6UVNVeU1teHBibVVsTWpJbE1rTWxNako1SlRJeUpUTkJKVEl5TUNVeU1pVTNSQ1V5UXlVM1FpVXlNbmdsTWpJbE0wRWxNakozSlRJeUpUSkRKVEl5WVdOMGFXOXVKVEl5SlROQkpUSXliR2x1WlNVeU1pVXlReVV5TW5rbE1qSWxNMEVsTWpKb0pUSXlKVGRFSlRKREpUZENKVEl5ZUNVeU1pVXpRU1V5TWpBbE1qSWxNa01sTWpKaFkzUnBiMjRsTWpJbE0wRWxNakpzYVc1bEpUSXlKVEpESlRJeWVTVXlNaVV6UVNVeU1tZ2xNaklsTjBRbE1rTWxOMElsTWpKaFkzUnBiMjRsTWpJbE0wRWxNakpqYkc5elpTVXlNaVUzUkNVMVJDVTNSQ1UxUkNVeVF5VXlNbXhwYm1WVGRIbHNaU1V5TWlVelFTVTNRaVV5TW14cGJtVlhhV1IwYUNVeU1pVXpRVEV1TlNVM1JDVXlReVV5TW1Ob2FXeGtjbVZ1SlRJeUpUTkJKVFZDSlRWRUpUSkRKVEl5Y21WemFYcGxSR2x5SlRJeUpUTkJKVFZDSlRJeWRHd2xNaklsTWtNbE1qSjBjaVV5TWlVeVF5VXlNbUp5SlRJeUpUSkRKVEl5WW13bE1qSWxNa01sTWpKc0pUSXlKVEpESlRJeWRDVXlNaVV5UXlVeU1uSWxNaklsTWtNbE1qSmlKVEl5SlRWRUpUSkRKVEl5Ym1GdFpTVXlNaVV6UVNVeU1uUmxlSFFsTWpJbE1rTWxNakptYVd4c1UzUjViR1VsTWpJbE0wRWxOMElsTjBRbE1rTWxNakowYUdWdFpTVXlNaVV6UVNVM1FpVTNSQ1V5UXlVeU1tbGtKVEl5SlROQkpUSXlVRzU2YUdaS1dHTkllVGcwTnpjNE15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UpUSkRKVEl5UTFGU1FtdFZWVWxKV0RBME5qVTNPU1V5TWlVelFTVTNRaVV5TW5CaGNtVnVkQ1V5TWlVelFTVXlNaVV5TWlVeVF5VXlNbXhwYm1zbE1qSWxNMEVsTWpJbE1qSWxNa01sTWpKemFHRndaVk4wZVd4bEpUSXlKVE5CSlRkQ0pUSXlZV3h3YUdFbE1qSWxNMEV4SlRkRUpUSkRKVEl5ZEdWNGRFSnNiMk5ySlRJeUpUTkJKVFZDSlRkQ0pUSXljRzl6YVhScGIyNGxNaklsTTBFbE4wSWxNakozSlRJeUpUTkJKVEl5ZHlVeU1pVXlReVV5TW5nbE1qSWxNMEV3SlRKREpUSXlhQ1V5TWlVelFTVXlNbWdsTWpJbE1rTWxNako1SlRJeUpUTkJNQ1UzUkNVeVF5VXlNblJsZUhRbE1qSWxNMEVsTWpJbFJUVWxRVFFsT1VFbFJUWWxRVGdsUVRFbFJUWWxPREFsT0RFbFJUWWxRamdsT0RVbFJUWWxRalFsT1Rj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WtNbE1qSjBhWFJzWlNVeU1pVXpRU1V5TWlWRk5pVTVOaVU0TnlWRk5pVTVReVZCUXlVeU1pVXlReVV5TW1admJuUlRkSGxzWlNVeU1pVXpRU1UzUWlVeU1uTnBlbVVsTWpJbE0wRXhOeVV5UXlVeU1tSnZiR1FsTWpJbE0wRjBjblZsSlRkRUpUSkRKVEl5WkdGMFlVRjBkSEpwWW5WMFpYTWxNaklsTTBFbE5VSWxOMElsTWpKdVlXMWxKVEl5SlROQkpUSXlKVVUxSlVKQkpUaEdKVVUxSlRoR0pVSTNKVEl5SlRKREpUSXlhV1FsTWpJbE0wRWxNakpvWTFOaFZYTmFjbEJPTkRrMk16Y3dKVEl5SlRKREpUSXlkSGx3WlNVeU1pVXpRU1V5TW01MWJXSmxjaVV5TWlVeVF5VXlNbU5oZEdWbmIzSjVKVEl5SlROQkpUSXlaR1ZtWVhWc2RDVXlNaVV5UXlVeU1uWmhiSFZsSlRJeUpUTkJKVEl5SlRJeUpUZEVKVEpESlRkQ0pUSXlibUZ0WlNVeU1pVXpRU1V5TWlWRk5TVTVNQ1U0UkNWRk55VkJOeVZDTUNVeU1pVXlReVV5TW1sa0pUSXlKVE5CSlRJeWJYVnFRWFJ2VGxkWllUazNOalUzTkNVeU1pVXlReVV5TW5SNWNHVWxNaklsTTBFbE1qSnpkSEpwYm1jbE1qSWxNa01sTWpKallYUmxaMjl5ZVNVeU1pVXpRU1V5TW1SbFptRjFiSFFsTWpJbE1rTWxNakoyWVd4MVpTVXlNaVV6UVNVeU1pVXlNaVUzUkNVeVF5VTNRaVV5TW01aGJXVWxNaklsTTBFbE1qSWxSVFlsT0RrbE9EQWxSVFlsT1VNbE9Ea2xSVGdsT0RBbE9EVWxNaklsTWtNbE1qSnBaQ1V5TWlVelFTVXlNa1I1VUVKVlJGQmpTVll6TURVM01EVWxNaklsTWtNbE1qSjBlWEJsSlRJeUpUTkJKVEl5YzNSeWFXNW5KVEl5SlRKREpUSXlZMkYwWldkdmNua2xNaklsTTBFbE1qSmtaV1poZFd4MEpUSXlKVEpESlRJeWRtRnNkV1VsTWpJbE0wRWxNaklsTWpJbE4wUWxNa01sTjBJbE1qSnVZVzFsSlRJeUpUTkJKVEl5SlVVNEpVSkdKVGxGSlVVMkpUaEZKVUUxSlRJeUpUSkRKVEl5YVdRbE1qSWxNMEVsTWpKSFJYUmhaVU5IWlZKeU9UQXpORFl3SlRJeUpUSkRKVEl5ZEhsd1pTVXlNaVV6UVNVeU1teHBibXNsTWpJbE1rTWxNakpqWVhSbFoyOXllU1V5TWlVelFTVXlNbVJsWm1GMWJIUWxNaklsTWtNbE1qSjJZV3gxWlNVeU1pVXpRU1V5TWlVeU1pVTNSQ1V5UXlVM1FpVXlNbTVoYldVbE1qSWxNMEVsTWpJbFJUUWxRa1VsUWtZbFJUY2xRVU1sUWtFbE1qSWxNa01sTWpKcFpDVXlNaVV6UVNVeU1tSklXRU5zWTNWWVpWWTFNRFUyTmpJbE1qSWxNa01sTWpKMGVYQmxKVEl5SlROQkpUSXljM1J5YVc1bkpUSXlKVEpESlRJeVkyRjBaV2R2Y25rbE1qSWxNMEVsTWpKa1pXWmhkV3gwSlRJeUpUSkRKVEl5ZG1Gc2RXVWxNaklsTTBFbE1qSWxNaklsTjBRbE5VUWxNa01sTWpKd2NtOXdjeVV5TWlVelFTVTNRaVV5TW5wcGJtUmxlQ1V5TWlVelFUUWxNa01sTWpKM0pUSXlKVE5CTVRBd0pUSkRKVEl5ZUNVeU1pVXpRVEU0TWk0NU5ERXhOelkwTnpBMU9EZ3pKVEpESlRJeWFDVXlNaVV6UVRRd0pUSkRKVEl5ZVNVeU1pVXpRVEl3TVM0d05Ea3dNVGsyTURjNE5ETXlKVEpESlRJeVlXNW5iR1VsTWpJbE0wRXdKVGRFSlRKREpUSXljR0YwYUNVeU1pVXpRU1UxUWlVM1FpVXlNbXhwYm1WVGRIbHNaU1V5TWlVelFTVTNRaVV5TW14cGJtVlhhV1IwYUNVeU1pVXpRVEFsTjBRbE1rTWxNakptYVd4c1UzUjViR1VsTWpJbE0wRWxOMElsTWpKMGVYQmxKVEl5SlROQkpUSXlibTl1WlNVeU1pVTNSQ1V5UX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WJHbHVaVk4wZVd4bEpUSXlKVE5CSlRkQ0pUSXliR2x1WlZkcFpIUm9KVEl5SlROQk1TNDFKVGRFSlRKREpUSXlZMmhwYkdSeVpXNGxNaklsTTBFbE5VSWxOVVFsTWtNbE1qSnlaWE5wZW1WRWFYSWxNaklsTTBFbE5VSWxNakowYkNVeU1pVXlReVV5TW5SeUpUSXlKVEpESlRJeVluSWxNaklsTWtNbE1qSmliQ1V5TWlVeVF5VXlNbXdsTWpJbE1rTWxNakowSlRJeUpUSkRKVEl5Y2lVeU1pVXlReVV5TW1JbE1qSWxOVVFsTWtNbE1qSnVZVzFsSlRJeUpUTkJKVEl5ZEdWNGRDVXlNaVV5UXlVeU1tWnBiR3hUZEhsc1pTVXlNaVV6UVNVM1FpVTNSQ1V5UXlVeU1uUm9aVzFsSlRJeUpUTkJKVGRDSlRkRUpUSkRKVEl5YVdRbE1qSWxNMEVsTWpKRFVWSkNhMVZWU1VsWU1EUTJOVGM1SlRJeUpUSkRKVEl5WVhSMGNtbGlkWFJsSlRJeUpUTkJKVGRDSlRJeVkyOXVkR0ZwYm1WeUpUSXlKVE5CWm1Gc2MyVWxNa01sTWpKeWIzUmhkR0ZpYkdVbE1qSWxNMEYwY25WbEpUSkRKVEl5ZG1semFXSnNaU1V5TWlVelFYUnlkV1VsTWtNbE1qSm1hWGhsWkV4cGJtc2xNaklsTTBGbVlXeHpaU1V5UXlVeU1tTnZiR3hoY0hOaFlteGxKVEl5SlROQlptRnNjMlVsTWtNbE1qSmpiMnhzWVhCelpXUWxNaklsTTBGbVlXeHpaU1V5UXlVeU1teHBibXRoWW14bEpUSXlKVE5CZEhKMVpTVXlReVV5TW0xaGNtdGxjazltWm5ObGRDVXlNaVV6UVRVbE4wUWxNa01sTWpKallYUmxaMjl5ZVNVeU1pVXpRU1V5TW1KaGMybGpKVEl5SlRKREpUSXliRzlqYTJWa0pUSXlKVE5CWm1Gc2MyVWxOMFFsTWtNbE1qSm9RV1IzZDBSaWJtcG1OakkxTlRnMUpUSXlKVE5CSlRkQ0pUSXljR0Z5Wlc1MEpUSXlKVE5CSlRJeUpUSXlKVEpESlRJeWJHbHVheVV5TWlVelFTVXlNaVV5TWlVeVF5VXlNbk5vWVhCbFUzUjViR1VsTWpJbE0wRWxOMElsTWpKaGJIQm9ZU1V5TWlVelFURWxOMFFsTWtNbE1qSjBaWGgwUW14dlkyc2xNaklsTTBFbE5VSWxOMElsTWpKd2IzTnBkR2x2YmlVeU1pVXpRU1UzUWlVeU1uY2xNaklsTTBFbE1qSjNMVEl3SlRJeUpUSkRKVEl5ZUNVeU1pVXpRVEV3SlRKREpUSXlhQ1V5TWlVelFTVXlNbWdsTWpJbE1rTWxNako1SlRJeUpUTkJNQ1UzUkNVeVF5VXlNblJsZUhRbE1qSWxNMEVsTWpJbFJUWWxPVFlsT0RjbFJUWWxPVU1sUVVNbFJUWWxPRUVsUWtRbFJUVWxPRVlsT1RZbFJUUWxRamdsT0VVbFJUY2xRa0lsT1RNbFJUWWxPVVVsT0RRbFJUVWxPRU1sT1RZ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WtNbE1qSjBhWFJzWlNVeU1pVXpRU1V5TWlWRk55VTVSaVZCT1NWRk5TVkNSQ1ZCTWlVeU1pVXlReVV5TW1admJuUlRkSGxzWlNVeU1pVXpRU1UzUWlVM1JDVXlReVV5TW1SaGRHRkJkSFJ5YVdKMWRHVnpKVEl5SlROQkpUVkNKVGRDSlRJeWJtRnRaU1V5TWlVelFTVXlNaVZGTlNWQ1FTVTRSaVZGTlNVNFJpVkNOeVV5TWlVeVF5VXlNbWxrSlRJeUpUTkJKVEl5V0hoQ1IyMTFUa1Y2Y1RZME5USTFOQ1V5TWlVeVF5VXlNblI1Y0dVbE1qSWxNMEVsTWpKdWRXMWlaWElsTWpJbE1rTWxNakpqWVhSbFoyOXllU1V5TWlVelFTVXlNbVJsWm1GMWJIUWxNaklsTWtNbE1qSjJZV3gxWlNVeU1pVXpRU1V5TWlVeU1pVTNSQ1V5UXlVM1FpVXlNbTVoYldVbE1qSWxNMEVsTWpJbFJUVWxPVEFsT0VRbFJUY2xRVGNsUWpBbE1qSWxNa01sTWpKcFpDVXlNaVV6UVNVeU1sWlljRU5wWVU1T1YyczNNVFEzTmprbE1qSWxNa01sTWpKMGVYQmxKVEl5SlROQkpUSXljM1J5YVc1bkpUSXlKVEpESlRJeVkyRjBaV2R2Y25rbE1qSWxNMEVsTWpKa1pXWmhkV3gwSlRJeUpUSkRKVEl5ZG1Gc2RXVWxNaklsTTBFbE1qSWxNaklsTjBRbE1rTWxOMElsTWpKdVlXMWxKVEl5SlROQkpUSXlKVVUySlRnNUpUZ3dKVVUySlRsREpUZzVKVVU0SlRnd0pUZzFKVEl5SlRKREpUSXlhV1FsTWpJbE0wRWxNakpLYVVOamNGVnJXRlZLT0RJNE56YzRKVEl5SlRKREpUSXlkSGx3WlNVeU1pVXpRU1V5TW5OMGNtbHVaeVV5TWlVeVF5VXlNbU5oZEdWbmIzSjVKVEl5SlROQkpUSXlaR1ZtWVhWc2RDVXlNaVV5UXlVeU1uWmhiSFZsSlRJeUpUTkJKVEl5SlRJeUpUZEVKVEpESlRkQ0pUSXlibUZ0WlNVeU1pVXpRU1V5TWlWRk9DVkNSaVU1UlNWRk5pVTRSU1ZCTlNVeU1pVXlReVV5TW1sa0pUSXlKVE5CSlRJeVVYTm5aMVJ4VVU5dWJUYzFOalUyTmlVeU1pVXlReVV5TW5SNWNHVWxNaklsTTBFbE1qSnNhVzVySlRJeUpUSkRKVEl5WTJGMFpXZHZjbmtsTWpJbE0wRWxNakprWldaaGRXeDBKVEl5SlRKREpUSXlkbUZzZFdVbE1qSWxNMEVsTWpJbE1qSWxOMFFsTWtNbE4wSWxNakp1WVcxbEpUSXlKVE5CSlRJeUpVVTBKVUpGSlVKR0pVVTNKVUZESlVKQkpUSXlKVEpESlRJeWFXUWxNaklsTTBFbE1qSkJka0ZwYWxweldYcG1PVEEwTkRNekpUSXlKVEpESlRJeWRIbHdaU1V5TWlVelFTVXlNbk4wY21sdVp5VXlNaVV5UXlVeU1tTmhkR1ZuYjNKNUpUSXlKVE5CSlRJeVpHVm1ZWFZzZENVeU1pVXlReVV5TW5aaGJIVmxKVEl5SlROQkpUSXlKVEl5SlRkRUpUVkVKVEpESlRJeWNISnZjSE1sTWpJbE0wRWxOMElsTWpKNmFXNWtaWGdsTWpJbE0wRTFKVEpESlRJeWR5VXlNaVV6UVRFek9TVXlReVV5TW5nbE1qSWxNMEV6TURnbE1rTWxNakpvSlRJeUpUTkJOREVsTWtNbE1qSjVKVEl5SlROQk1UTTNMakEwT1RBeE9UWXdOemcwTXpJbE1rTWxNakpoYm1kc1pTVXlNaVV6UVRB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p5WldOMFlXNW5iR1VsTWpJbE1rTWxNakptYVd4c1UzUjViR1VsTWpJbE0wRWxOMElsTjBRbE1rTWxNakowYUdWdFpTVXlNaVV6UVNVM1FpVTNSQ1V5UXlVeU1tbGtKVEl5SlROQkpUSXlhRUZrZDNkRVltNXFaall5TlRVNE5T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UpUSkRKVEl5WkhaUVZYSmFabmx4VFRZNE5UZ3hOeV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uZ2xNaklsTTBFeE1DVXlReVV5TW1nbE1qSWxNMEVsTWpKb0pUSXlKVEpESlRJeWVTVXlNaVV6UVRBbE4wUWxNa01sTWpKMFpYaDBKVEl5SlROQkpUSXlKVVU0SlVGR0pVRkVKVVU0SlVFNEpUZ3dKVVU0SlVGR0pUZzJKVVUxSlRnNEpVRkN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ZEdsMGJHVWxNaklsTTBFbE1qSWxSVGNsT1VZbFFUa2xSVFVsUWtRbFFUSWxNaklsTWtNbE1qSm1iMjUwVTNSNWJHVWxNaklsTTBFbE4wSWxOMFFsTWtNbE1qSmtZWFJoUVhSMGNtbGlkWFJsY3lVeU1pVXpRU1UxUWlVM1FpVXlNbTVoYldVbE1qSWxNMEVsTWpJbFJUVWxRa0VsT0VZbFJUVWxPRVlsUWpjbE1qSWxNa01sTWpKcFpDVXlNaVV6UVNVeU1sbFFWV1ZXZEZOM2JuTXlNRGcyT1RRbE1qSWxNa01sTWpKMGVYQmxKVEl5SlROQkpUSXliblZ0WW1WeUpUSXlKVEpESlRJeVkyRjBaV2R2Y25rbE1qSWxNMEVsTWpKa1pXWmhkV3gwSlRJeUpUSkRKVEl5ZG1Gc2RXVWxNaklsTTBFbE1qSWxNaklsTjBRbE1rTWxOMElsTWpKdVlXMWxKVEl5SlROQkpUSXlKVVUxSlRrd0pUaEVKVVUzSlVFM0pVSXdKVEl5SlRKREpUSXlhV1FsTWpJbE0wRWxNakpZVTFaaGJtNW9jV3B1TXpZd05UWTRKVEl5SlRKREpUSXlkSGx3WlNVeU1pVXpRU1V5TW5OMGNtbHVaeVV5TWlVeVF5VXlNbU5oZEdWbmIzSjVKVEl5SlROQkpUSXlaR1ZtWVhWc2RDVXlNaVV5UXlVeU1uWmhiSFZsSlRJeUpUTkJKVEl5SlRJeUpUZEVKVEpESlRkQ0pUSXlibUZ0WlNVeU1pVXpRU1V5TWlWRk5pVTRPU1U0TUNWRk5pVTVReVU0T1NWRk9DVTRNQ1U0TlNVeU1pVXlReVV5TW1sa0pUSXlKVE5CSlRJeVFsUjVhVWxtYkZKalRUQXhOelEwTlNVeU1pVXlReVV5TW5SNWNHVWxNaklsTTBFbE1qSnpkSEpwYm1jbE1qSWxNa01sTWpKallYUmxaMjl5ZVNVeU1pVXpRU1V5TW1SbFptRjFiSFFsTWpJbE1rTWxNakoyWVd4MVpTVXlNaVV6UVNVeU1pVXlNaVUzUkNVeVF5VTNRaVV5TW01aGJXVWxNaklsTTBFbE1qSWxSVGdsUWtZbE9VVWxSVFlsT0VVbFFUVWxNaklsTWtNbE1qSnBaQ1V5TWlVelFTVXlNbWhhV1dsTFptOXJkMVl3TWpFd05UY2xNaklsTWtNbE1qSjBlWEJsSlRJeUpUTkJKVEl5YkdsdWF5VXlNaVV5UXlVeU1tTmhkR1ZuYjNKNUpUSXlKVE5CSlRJeVpHVm1ZWFZzZENVeU1pVXlReVV5TW5aaGJIVmxKVEl5SlROQkpUSXlKVEl5SlRkRUpUSkRKVGRDSlRJeWJtRnRaU1V5TWlVelFTVXlNaVZGTkNWQ1JTVkNSaVZGTnlWQlF5VkNRU1V5TWlVeVF5VXlNbWxrSlRJeUpUTkJKVEl5UTIxMVVXWnBiRkpHV0RZNU16Y3dNQ1V5TWlVeVF5VXlNblI1Y0dVbE1qSWxNMEVsTWpKemRISnBibWNsTWpJbE1rTWxNakpqWVhSbFoyOXllU1V5TWlVelFTVXlNbVJsWm1GMWJIUWxNaklsTWtNbE1qSjJZV3gxWlNVeU1pVXpRU1V5TWlVeU1pVTNSQ1UxUkNVeVF5VXlNbkJ5YjNCekpUSXlKVE5CSlRkQ0pUSXllbWx1WkdWNEpUSXlKVE5CTmlVeVF5VXlNbmNsTWpJbE0wRXhNemtsTWtNbE1qSjRKVEl5SlROQk5EVXpMakExT0RneU16VXlPVFF4TVRjbE1rTWxNakpvSlRJeUpUTkJOREVsTWtNbE1qSjVKVEl5SlROQk1UTTNMakEwT1RBeE9UWXdOemcwTXpJbE1rTWxNakpoYm1kc1pTVXlNaVV6UVRB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p5WldOMFlXNW5iR1VsTWpJbE1rTWxNakptYVd4c1UzUjViR1VsTWpJbE0wRWxOMElsTjBRbE1rTWxNakowYUdWdFpTVXlNaVV6UVNVM1FpVTNSQ1V5UXlVeU1tbGtKVEl5SlROQkpUSXlaSFpRVlhKYVpubHhUVFk0TlRneE55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UpUSkRKVEl5UTAxSmNXbG9WMnROU1RjNU9EazNPQ1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uZ2xNaklsTTBFeE1DVXlReVV5TW1nbE1qSWxNMEVsTWpKb0pUSXlKVEpESlRJeWVTVXlNaVV6UVRBbE4wUWxNa01sTWpKMFpYaDBKVEl5SlROQkpUSXlKVVUxSlRoRkpVSkNKVVU1SlRnM0pUaEV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ZEdsMGJHVWxNaklsTTBFbE1qSWxSVGNsT1VZbFFUa2xSVFVsUWtRbFFUSWxNaklsTWtNbE1qSm1iMjUwVTNSNWJHVWxNaklsTTBFbE4wSWxOMFFsTWtNbE1qSmtZWFJoUVhSMGNtbGlkWFJsY3lVeU1pVXpRU1UxUWlVM1FpVXlNbTVoYldVbE1qSWxNMEVsTWpJbFJUVWxRa0VsT0VZbFJUVWxPRVlsUWpjbE1qSWxNa01sTWpKcFpDVXlNaVV6UVNVeU1sTm9jblp5V2tWR1dWbzBNalF6TVRVbE1qSWxNa01sTWpKMGVYQmxKVEl5SlROQkpUSXliblZ0WW1WeUpUSXlKVEpESlRJeVkyRjBaV2R2Y25rbE1qSWxNMEVsTWpKa1pXWmhkV3gwSlRJeUpUSkRKVEl5ZG1Gc2RXVWxNaklsTTBFbE1qSWxNaklsTjBRbE1rTWxOMElsTWpKdVlXMWxKVEl5SlROQkpUSXlKVVUxSlRrd0pUaEVKVVUzSlVFM0pVSXdKVEl5SlRKREpUSXlhV1FsTWpJbE0wRWxNakphUmxOb1QwMURkSFZWTXpJek9EazRKVEl5SlRKREpUSXlkSGx3WlNVeU1pVXpRU1V5TW5OMGNtbHVaeVV5TWlVeVF5VXlNbU5oZEdWbmIzSjVKVEl5SlROQkpUSXlaR1ZtWVhWc2RDVXlNaVV5UXlVeU1uWmhiSFZsSlRJeUpUTkJKVEl5SlRJeUpUZEVKVEpESlRkQ0pUSXlibUZ0WlNVeU1pVXpRU1V5TWlWRk5pVTRPU1U0TUNWRk5pVTVReVU0T1NWRk9DVTRNQ1U0TlNVeU1pVXlReVV5TW1sa0pUSXlKVE5CSlRJeVNHcGtWR2hqVUc1bVpUYzVNalF5TWlVeU1pVXlReVV5TW5SNWNHVWxNaklsTTBFbE1qSnpkSEpwYm1jbE1qSWxNa01sTWpKallYUmxaMjl5ZVNVeU1pVXpRU1V5TW1SbFptRjFiSFFsTWpJbE1rTWxNakoyWVd4MVpTVXlNaVV6UVNVeU1pVXlNaVUzUkNVeVF5VTNRaVV5TW01aGJXVWxNaklsTTBFbE1qSWxSVGdsUWtZbE9VVWxSVFlsT0VVbFFUVWxNaklsTWtNbE1qSnBaQ1V5TWlVelFTVXlNa1pKWVVoQllWVkdlR1k1T0RreU5qVWxNaklsTWtNbE1qSjBlWEJsSlRJeUpUTkJKVEl5YkdsdWF5VXlNaVV5UXlVeU1tTmhkR1ZuYjNKNUpUSXlKVE5CSlRJeVpHVm1ZWFZzZENVeU1pVXlReVV5TW5aaGJIVmxKVEl5SlROQkpUSXlKVEl5SlRkRUpUSkRKVGRDSlRJeWJtRnRaU1V5TWlVelFTVXlNaVZGTkNWQ1JTVkNSaVZGTnlWQlF5VkNRU1V5TWlVeVF5VXlNbWxrSlRJeUpUTkJKVEl5Y0hWd2NHSnVRbGw0ZGpBMU5EQTNPQ1V5TWlVeVF5VXlNblI1Y0dVbE1qSWxNMEVsTWpKemRISnBibWNsTWpJbE1rTWxNakpqWVhSbFoyOXllU1V5TWlVelFTVXlNbVJsWm1GMWJIUWxNaklsTWtNbE1qSjJZV3gxWlNVeU1pVXpRU1V5TWlVeU1pVTNSQ1UxUkNVeVF5VXlNbkJ5YjNCekpUSXlKVE5CSlRkQ0pUSXllbWx1WkdWNEpUSXlKVE5CTnlVeVF5VXlNbmNsTWpJbE0wRXhNemtsTWtNbE1qSjRKVEl5SlROQk5UazNMakExT0RneU16VXlPVFF4TVRjbE1rTWxNakpvSlRJeUpUTkJOREVsTWtNbE1qSjVKVEl5SlROQk1UTTNMakEwT1RBeE9UWXdOemcwTXpJbE1rTWxNakpoYm1kc1pTVXlNaVV6UVRB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p5WldOMFlXNW5iR1VsTWpJbE1rTWxNakptYVd4c1UzUjViR1VsTWpJbE0wRWxOMElsTjBRbE1rTWxNakowYUdWdFpTVXlNaVV6UVNVM1FpVTNSQ1V5UXlVeU1tbGtKVEl5SlROQkpUSXlRMDFKY1dsb1YydE5TVGM1T0RrM09D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UpUSkRKVEl5Um1aTlEwVnBiM1JQVlRjek5UQXhNU1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uZ2xNaklsTTBFeE1DVXlReVV5TW1nbE1qSWxNMEVsTWpKb0pUSXlKVEpESlRJeWVTVXlNaVV6UVRBbE4wUWxNa01sTWpKMFpYaDBKVEl5SlROQkpUSXlVRkJN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WRHbDBiR1VsTWpJbE0wRWxNaklsUlRjbE9VWWxRVGtsUlRVbFFrUWxRVElsTWpJbE1rTWxNakptYjI1MFUzUjViR1VsTWpJbE0wRWxOMElsTjBRbE1rTWxNakprWVhSaFFYUjBjbWxpZFhSbGN5VXlNaVV6UVNVMVFpVTNRaVV5TW01aGJXVWxNaklsTTBFbE1qSWxSVFVsUWtFbE9FWWxSVFVsT0VZbFFqY2xNaklsTWtNbE1qSnBaQ1V5TWlVelFTVXlNbmhUVjNWTlFYVm5ibFl3TnprMU16TWxNaklsTWtNbE1qSjBlWEJsSlRJeUpUTkJKVEl5Ym5WdFltVnlKVEl5SlRKREpUSXlZMkYwWldkdmNua2xNaklsTTBFbE1qSmtaV1poZFd4MEpUSXlKVEpESlRJeWRtRnNkV1VsTWpJbE0wRWxNaklsTWpJbE4wUWxNa01sTjBJbE1qSnVZVzFsSlRJeUpUTkJKVEl5SlVVMUpUa3dKVGhFSlVVM0pVRTNKVUl3SlRJeUpUSkRKVEl5YVdRbE1qSWxNMEVsTWpKdGJVTmlXRk4xYWs5NU1UQXlPRGcw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VSFZEU1VaelJITldjRGc0TkRRNE9TVXlNaVV5UXlVeU1uUjVjR1VsTWpJbE0wRWxNakp6ZEhKcGJtY2xNaklsTWtNbE1qSmpZWFJsWjI5eWVTVXlNaVV6UVNVeU1tUmxabUYxYkhRbE1qSWxNa01sTWpKMllXeDFaU1V5TWlVelFTVXlNaVV5TWlVM1JDVXlReVUzUWlVeU1tNWhiV1VsTWpJbE0wRWxNaklsUlRnbFFrWWxPVVVsUlRZbE9FVWxRVFVsTWpJbE1rTWxNakpwWkNVeU1pVXpRU1V5TWtWRVZtcHhTR0poZUVNMk1UQTNOREVsTWpJbE1rTWxNakowZVhCbEpUSXlKVE5CSlRJeWJHbHVheVV5TWlVeVF5VXlNbU5oZEdWbmIzSjVKVEl5SlROQkpUSXlaR1ZtWVhWc2RDVXlNaVV5UXlVeU1uWmhiSFZsSlRJeUpUTkJKVEl5SlRJeUpUZEVKVEpESlRkQ0pUSXlibUZ0WlNVeU1pVXpRU1V5TWlWRk5DVkNSU1ZDUmlWRk55VkJReVZDUVNVeU1pVXlReVV5TW1sa0pUSXlKVE5CSlRJeVJXcDVhVUYxVTFkMWJqTXhOek16T1NVeU1pVXlReVV5TW5SNWNHVWxNaklsTTBFbE1qSnpkSEpwYm1jbE1qSWxNa01sTWpKallYUmxaMjl5ZVNVeU1pVXpRU1V5TW1SbFptRjFiSFFsTWpJbE1rTWxNakoyWVd4MVpTVXlNaVV6UVNVeU1pVXlNaVUzUkNVMVJDVXlReVV5TW5CeWIzQnpKVEl5SlROQkpUZENKVEl5ZW1sdVpHVjRKVEl5SlROQk9DVXlReVV5TW5jbE1qSWxNMEV4TXprbE1rTWxNako0SlRJeUpUTkJOelF4TGpBMU9EZ3lNelV5T1RReE1UY2xNa01sTWpKb0pUSXlKVE5CTkRFbE1rTWxNako1SlRJeUpUTkJNVE0zTGpBME9UQXhPVFl3TnpnME16SWxNa01sTWpKaGJtZHNaU1V5TWlVelFUQWxOMFFsTWtNbE1qSndZWFJvSlRJeUpUTkJKVFZDSlRkQ0pUSXlZV04wYVc5dWN5VXlNaVV6UVNVMVFpVTNRaVV5TW5nbE1qSWxNMEVsTWpJd0pUSXlKVEpESlRJeVlXTjBhVzl1SlRJeUpUTkJKVEl5Ylc5MlpTVXlNaVV5UXlVeU1ua2xNaklsTTBFbE1qSXdKVEl5SlRkRUpUSkRKVGRDSlRJeWVDVXlNaVV6UVNVeU1uY2xNaklsTWtNbE1qSmhZM1JwYjI0bE1qSWxNMEVsTWpKc2FXNW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nNhVzVsVTNSNWJHVWxNaklsTTBFbE4wSWxNakpzYVc1bFYybGtkR2dsTWpJbE0wRXhMalVsTjBRbE1rTWxNakpqYUdsc1pISmxiaVV5TWlVelFTVTFRaVUxUkNVeVF5VXlNbkpsYzJsNlpVUnBjaVV5TWlVelFTVTFRaVV5TW5Sc0pUSXlKVEpESlRJeWRISWxNaklsTWtNbE1qSmljaVV5TWlVeVF5VXlNbUpzSlRJeUpUSkRKVEl5YkNVeU1pVXlReVV5TW5RbE1qSWxNa01sTWpKeUpUSXlKVEpESlRJeVlpVXlNaVUxUkNVeVF5VXlNbTVoYldVbE1qSWxNMEVsTWpKeVpXTjBZVzVuYkdVbE1qSWxNa01sTWpKbWFXeHNVM1I1YkdVbE1qSWxNMEVsTjBJbE4wUWxNa01sTWpKMGFHVnRaU1V5TWlVelFTVTNRaVUzUkNVeVF5VXlNbWxrSlRJeUpUTkJKVEl5Um1aTlEwVnBiM1JQVlRjek5UQXhNU1V5TWlVeVF5VXlNbUYwZEhKcFluVjBaU1V5TWlVelFTVTNRaVV5TW1OdmJuUmhhVzVsY2lVeU1pVXpRV1poYkhObEpUSkRKVEl5Y205MFlYUmhZbXhsSlRJeUpUTkJkSEoxWlNVeVF5VXlNblpwYzJsaWJHVWxNaklsTTBGMGNuVmxKVEpESlRJeVptbDRaV1JNYVc1ckpUSXlKVE5CWm1Gc2MyVWxNa01sTWpKamIyeHNZWEJ6WVdKc1pTVXlNaVV6UVdaaGJITmxKVEpESlRJeVkyOXNiR0Z3YzJWa0pUSXlKVE5CWm1Gc2MyVWxNa01sTWpKc2FXNXJZV0pzWlNVeU1pVXpRWFJ5ZFdVbE1rTWxNakp0WVhKclpYSlBabVp6WlhRbE1qSWxNMEUxSlRkRUpUSkRKVEl5WTJGMFpXZHZjbmtsTWpJbE0wRWxNakppWVhOcFl5VXlNaVV5UXlVeU1teHZZMnRsWkNVeU1pVXpRV1poYkhObEpUZEVKVEpESlRJeVRVZFBSM1poUVVsTmVqa3pORGt5T1NVeU1pVXpRU1UzUWlVeU1uQmhjbVZ1ZENVeU1pVXpRU1V5TWlVeU1pVXlReVV5TW14cGJtc2xNaklsTTBFbE1qSWxNaklsTWtNbE1qSnphR0Z3WlZOMGVXeGxKVEl5SlROQkpUZENKVEl5WVd4d2FHRWxNaklsTTBFeEpUZEVKVEpESlRJeWRHVjRkRUpzYjJOckpUSXlKVE5CSlRWQ0pUZENKVEl5Y0c5emFYUnBiMjRsTWpJbE0wRWxOMElsTWpKM0pUSXlKVE5CSlRJeWR5MHlNQ1V5TWlVeVF5VXlNbmdsTWpJbE0wRXhNQ1V5UXlVeU1tZ2xNaklsTTBFbE1qSm9KVEl5SlRKREpUSXllU1V5TWlVelFUQWxOMFFsTWtNbE1qSjBaWGgwSlRJeUpUTkJKVEl5SlVVMkpUazRKVUZHSlVVMUpUa3dKVUUySlVVMkpUazRKVUZHSlVVMUpUaEdKVGd5SlVVNEpUZ3dKVGd6SlVVMkpUbEVKVUUxSlVVMkpVSkJKVGt3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WRHbDBiR1VsTWpJbE0wRWxNaklsUlRjbE9VWWxRVGtsUlRVbFFrUWxRVElsTWpJbE1rTWxNakptYjI1MFUzUjViR1VsTWpJbE0wRWxOMElsTjBRbE1rTWxNakprWVhSaFFYUjBjbWxpZFhSbGN5VXlNaVV6UVNVMVFpVTNRaVV5TW01aGJXVWxNaklsTTBFbE1qSWxSVFVsUWtFbE9FWWxSVFVsT0VZbFFqY2xNaklsTWtNbE1qSnBaQ1V5TWlVelFTVXlNblZPY2taQlQzcHJlSEl6TlRZek9EUWxNaklsTWtNbE1qSjBlWEJsSlRJeUpUTkJKVEl5Ym5WdFltVnlKVEl5SlRKREpUSXlZMkYwWldkdmNua2xNaklsTTBFbE1qSmtaV1poZFd4MEpUSXlKVEpESlRJeWRtRnNkV1VsTWpJbE0wRWxNaklsTWpJbE4wUWxNa01sTjBJbE1qSnVZVzFsSlRJeUpUTkJKVEl5SlVVMUpUa3dKVGhFSlVVM0pVRTNKVUl3SlRJeUpUSkRKVEl5YVdRbE1qSWxNMEVsTWpKdWQySjZabEpzV1VkT09EYzRORFV3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VMmhwVFZOTWJGZHZUemsxTURRM01DVXlNaVV5UXlVeU1uUjVjR1VsTWpJbE0wRWxNakp6ZEhKcGJtY2xNaklsTWtNbE1qSmpZWFJsWjI5eWVTVXlNaVV6UVNVeU1tUmxabUYxYkhRbE1qSWxNa01sTWpKMllXeDFaU1V5TWlVelFTVXlNaVV5TWlVM1JDVXlReVUzUWlVeU1tNWhiV1VsTWpJbE0wRWxNaklsUlRnbFFrWWxPVVVsUlRZbE9FVWxRVFVsTWpJbE1rTWxNakpwWkNVeU1pVXpRU1V5TW5CU1YzVk1WbXQyV1d3eE1qWTJOemdsTWpJbE1rTWxNakowZVhCbEpUSXlKVE5CSlRJeWJHbHVheVV5TWlVeVF5VXlNbU5oZEdWbmIzSjVKVEl5SlROQkpUSXlaR1ZtWVhWc2RDVXlNaVV5UXlVeU1uWmhiSFZsSlRJeUpUTkJKVEl5SlRJeUpUZEVKVEpESlRkQ0pUSXlibUZ0WlNVeU1pVXpRU1V5TWlWRk5DVkNSU1ZDUmlWRk55VkJReVZDUVNVeU1pVXlReVV5TW1sa0pUSXlKVE5CSlRJeVdYSkphMFp2VkhKdGJETTFORGt5TlNVeU1pVXlReVV5TW5SNWNHVWxNaklsTTBFbE1qSnpkSEpwYm1jbE1qSWxNa01sTWpKallYUmxaMjl5ZVNVeU1pVXpRU1V5TW1SbFptRjFiSFFsTWpJbE1rTWxNakoyWVd4MVpTVXlNaVV6UVNVeU1pVXlNaVUzUkNVMVJDVXlReVV5TW5CeWIzQnpKVEl5SlROQkpUZENKVEl5ZW1sdVpHVjRKVEl5SlROQk9TVXlReVV5TW5jbE1qSWxNMEV4TXprbE1rTWxNako0SlRJeUpUTkJPRGczTGpFeE56WTBOekExT0RneU16UWxNa01sTWpKb0pUSXlKVE5CTkRFbE1rTWxNako1SlRJeUpUTkJNVE0zTGpBME9UQXhPVFl3TnpnME16SWxNa01sTWpKaGJtZHNaU1V5TWlVelFUQWxOMFFsTWtNbE1qSndZWFJvSlRJeUpUTkJKVFZDSlRkQ0pUSXlZV04wYVc5dWN5VXlNaVV6UVNVMVFpVTNRaVV5TW5nbE1qSWxNMEVsTWpJd0pUSXlKVEpESlRJeVlXTjBhVzl1SlRJeUpUTkJKVEl5Ylc5MlpTVXlNaVV5UXlVeU1ua2xNaklsTTBFbE1qSXdKVEl5SlRkRUpUSkRKVGRDSlRJeWVDVXlNaVV6UVNVeU1uY2xNaklsTWtNbE1qSmhZM1JwYjI0bE1qSWxNMEVsTWpKc2FXNW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nNhVzVsVTNSNWJHVWxNaklsTTBFbE4wSWxNakpzYVc1bFYybGtkR2dsTWpJbE0wRXhMalVsTjBRbE1rTWxNakpqYUdsc1pISmxiaVV5TWlVelFTVTFRaVUxUkNVeVF5VXlNbkpsYzJsNlpVUnBjaVV5TWlVelFTVTFRaVV5TW5Sc0pUSXlKVEpESlRJeWRISWxNaklsTWtNbE1qSmljaVV5TWlVeVF5VXlNbUpzSlRJeUpUSkRKVEl5YkNVeU1pVXlReVV5TW5RbE1qSWxNa01sTWpKeUpUSXlKVEpESlRJeVlpVXlNaVUxUkNVeVF5VXlNbTVoYldVbE1qSWxNMEVsTWpKeVpXTjBZVzVuYkdVbE1qSWxNa01sTWpKbWFXeHNVM1I1YkdVbE1qSWxNMEVsTjBJbE4wUWxNa01sTWpKMGFHVnRaU1V5TWlVelFTVTNRaVUzUkNVeVF5VXlNbWxrSlRJeUpUTkJKVEl5VFVkUFIzWmhRVWxOZWprek5Ea3lPU1V5TWlVeVF5VXlNbUYwZEhKcFluVjBaU1V5TWlVelFTVTNRaVV5TW1OdmJuUmhhVzVsY2lVeU1pVXpRV1poYkhObEpUSkRKVEl5Y205MFlYUmhZbXhsSlRJeUpUTkJkSEoxWlNVeVF5VXlNblpwYzJsaWJHVWxNaklsTTBGMGNuVmxKVEpESlRJeVptbDRaV1JNYVc1ckpUSXlKVE5CWm1Gc2MyVWxNa01sTWpKamIyeHNZWEJ6WVdKc1pTVXlNaVV6UVdaaGJITmxKVEpESlRJeVkyOXNiR0Z3YzJWa0pUSXlKVE5CWm1Gc2MyVWxNa01sTWpKc2FXNXJZV0pzWlNVeU1pVXpRWFJ5ZFdVbE1rTWxNakp0WVhKclpYSlBabVp6WlhRbE1qSWxNMEUxSlRkRUpUSkRKVEl5WTJGMFpXZHZjbmtsTWpJbE0wRWxNakppWVhOcFl5VXlNaVV5UXlVeU1teHZZMnRsWkNVeU1pVXpRV1poYkhObEpUZEVKVEpESlRJeVUxVnlhMlpoVUdaRVlqazVOekUxTVNVeU1pVXpRU1UzUWlVeU1uQmhjbVZ1ZENVeU1pVXpRU1V5TWlVeU1pVXlReVV5TW14cGJtc2xNaklsTTBFbE1qSWxNaklsTWtNbE1qSnphR0Z3WlZOMGVXeGxKVEl5SlROQkpUZENKVEl5WVd4d2FHRWxNaklsTTBFeEpUZEVKVEpESlRJeWRHVjRkRUpzYjJOckpUSXlKVE5CSlRWQ0pUZENKVEl5Y0c5emFYUnBiMjRsTWpJbE0wRWxOMElsTWpKM0pUSXlKVE5CSlRJeWR5MHlNQ1V5TWlVeVF5VXlNbmdsTWpJbE0wRXhNQ1V5UXlVeU1tZ2xNaklsTTBFbE1qSm9KVEl5SlRKREpUSXllU1V5TWlVelFUQWxOMFFsTWtNbE1qSjBaWGgwSlRJeUpUTkJKVEl5SlVVMUpUbERKVUpCSlVVMkpUazVKVUZHSlVVMUpUZzRKVGcySlVVMUpUZzVKVUl5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WRHbDBiR1VsTWpJbE0wRWxNaklsUlRjbE9VWWxRVGtsUlRVbFFrUWxRVElsTWpJbE1rTWxNakptYjI1MFUzUjViR1VsTWpJbE0wRWxOMElsTjBRbE1rTWxNakprWVhSaFFYUjBjbWxpZFhSbGN5VXlNaVV6UVNVMVFpVTNRaVV5TW01aGJXVWxNaklsTTBFbE1qSWxSVFVsUWtFbE9FWWxSVFVsT0VZbFFqY2xNaklsTWtNbE1qSnBaQ1V5TWlVelFTVXlNa3hSY1VadlJXaHRVMnd5TWpnME5UY2xNaklsTWtNbE1qSjBlWEJsSlRJeUpUTkJKVEl5Ym5WdFltVnlKVEl5SlRKREpUSXlZMkYwWldkdmNua2xNaklsTTBFbE1qSmtaV1poZFd4MEpUSXlKVEpESlRJeWRtRnNkV1VsTWpJbE0wRWxNaklsTWpJbE4wUWxNa01sTjBJbE1qSnVZVzFsSlRJeUpUTkJKVEl5SlVVMUpUa3dKVGhFSlVVM0pVRTNKVUl3SlRJeUpUSkRKVEl5YVdRbE1qSWxNMEVsTWpKdVNVaHFUMVZGUTAxQk1qVTROemM1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SM1pWYTJaamIycGlSamc1T1RnNU15VXlNaVV5UXlVeU1uUjVjR1VsTWpJbE0wRWxNakp6ZEhKcGJtY2xNaklsTWtNbE1qSmpZWFJsWjI5eWVTVXlNaVV6UVNVeU1tUmxabUYxYkhRbE1qSWxNa01sTWpKMllXeDFaU1V5TWlVelFTVXlNaVV5TWlVM1JDVXlReVUzUWlVeU1tNWhiV1VsTWpJbE0wRWxNaklsUlRnbFFrWWxPVVVsUlRZbE9FVWxRVFVsTWpJbE1rTWxNakpwWkNVeU1pVXpRU1V5TW10VmEyNVliRk5xYVZjek1ESXhPVElsTWpJbE1rTWxNakowZVhCbEpUSXlKVE5CSlRJeWJHbHVheVV5TWlVeVF5VXlNbU5oZEdWbmIzSjVKVEl5SlROQkpUSXlaR1ZtWVhWc2RDVXlNaVV5UXlVeU1uWmhiSFZsSlRJeUpUTkJKVEl5SlRJeUpUZEVKVEpESlRkQ0pUSXlibUZ0WlNVeU1pVXpRU1V5TWlWRk5DVkNSU1ZDUmlWRk55VkJReVZDUVNVeU1pVXlReVV5TW1sa0pUSXlKVE5CSlRJeVRHaFZVRVpPWW1ORWFUTTRNemczTnlVeU1pVXlReVV5TW5SNWNHVWxNaklsTTBFbE1qSnpkSEpwYm1jbE1qSWxNa01sTWpKallYUmxaMjl5ZVNVeU1pVXpRU1V5TW1SbFptRjFiSFFsTWpJbE1rTWxNakoyWVd4MVpTVXlNaVV6UVNVeU1pVXlNaVUzUkNVMVJDVXlReVV5TW5CeWIzQnpKVEl5SlROQkpUZENKVEl5ZW1sdVpHVjRKVEl5SlROQk1UQWxNa01sTWpKM0pUSXlKVE5CTVRNNUpUSkRKVEl5ZUNVeU1pVXpRVE13T0NVeVF5VXlNbWdsTWpJbE0wRTBNU1V5UXlVeU1ua2xNaklsTTBFeU1EQXVOVFE1TURFNU5qQTNPRFF6TWlVeVF5VXlNbUZ1WjJ4bEpUSXlKVE5CTUNVM1JDVXlReVV5TW5CaGRHZ2xNaklsTTBFbE5VSWxOMElsTWpKaFkzUnBiMjV6SlRJeUpUTkJKVFZDSlRkQ0pUSXllQ1V5TWlVelFTVXlNakFsTWpJbE1rTWxNakpoWTNScGIyNGxNaklsTTBFbE1qSnRiM1psSlRJeUpUSkRKVEl5ZVNVeU1pVXpRU1V5TWpBbE1qSWxOMFFsTWtNbE4wSWxNako0SlRJeUpUTkJKVEl5ZHlVeU1pVXlReVV5TW1GamRHbHZiaVV5TWlVelFTVXlNbXhwYm1VbE1qSWxNa01sTWpKNUpUSXlKVE5CSlRJeU1DVXlNaVUzUkNVeVF5VTNRaVV5TW5nbE1qSWxNMEVsTWpKM0pUSXlKVEpESlRJeVlXTjBhVzl1SlRJeUpUTkJKVEl5YkdsdVpTVXlNaVV5UXlVeU1ua2xNaklsTTBFbE1qSm9KVEl5SlRkRUpUSkRKVGRDSlRJeWVDVXlNaVV6UVNVeU1qQWxNaklsTWtNbE1qSmhZM1JwYjI0bE1qSWxNMEVsTWpKc2FXNWxKVEl5SlRKREpUSXllU1V5TWlVelFTVXlNbWdsTWpJbE4wUWxNa01sTjBJbE1qSmhZM1JwYjI0bE1qSWxNMEVsTWpKamJHOXpaU1V5TWlVM1JDVTFSQ1UzUkNVMVJDVXlReVV5TW14cGJtVlRkSGxzWlNVeU1pVXpRU1UzUWlVeU1teHBibVZYYVdSMGFDVXlNaVV6UVRFdU5TVTNSQ1V5UXlVeU1tTm9hV3hrY21WdUpUSXlKVE5CSlRWQ0pUVkVKVEpESlRJeWNtVnphWHBsUkdseUpUSXlKVE5CSlRWQ0pUSXlkR3dsTWpJbE1rTWxNakowY2lVeU1pVXlReVV5TW1KeUpUSXlKVEpESlRJeVltd2xNaklsTWtNbE1qSnNKVEl5SlRKREpUSXlkQ1V5TWlVeVF5VXlNbklsTWpJbE1rTWxNakppSlRJeUpUVkVKVEpESlRJeWJtRnRaU1V5TWlVelFTVXlNbkpsWTNSaGJtZHNaU1V5TWlVeVF5VXlNbVpwYkd4VGRIbHNaU1V5TWlVelFTVTNRaVUzUkNVeVF5VXlNblJvWlcxbEpUSXlKVE5CSlRkQ0pUZEVKVEpESlRJeWFXUWxNaklsTTBFbE1qSlRWWEpyWm1GUVprUmlPVGszTVRVeEpUSXlKVEpESlRJeVlYUjBjbWxpZFhSbEpUSXlKVE5CSlRkQ0pUSXlZMjl1ZEdGcGJtVnlKVEl5SlROQlptRnNjMlVsTWtNbE1qSnliM1JoZEdGaWJHVWxNaklsTTBGMGNuVmxKVEpESlRJeWRtbHphV0pzWlNVeU1pVXpRWFJ5ZFdVbE1rTWxNakptYVhobFpFeHBibXNsTWpJbE0wRm1ZV3h6WlNVeVF5VXlNbU52Ykd4aGNITmhZbXhsSlRJeUpUTkJabUZzYzJVbE1rTWxNakpqYjJ4c1lYQnpaV1FsTWpJbE0wRm1ZV3h6WlNVeVF5VXlNbXhwYm10aFlteGxKVEl5SlROQmRISjFaU1V5UXlVeU1tMWhjbXRsY2s5bVpuTmxkQ1V5TWlVelFUVWxOMFFsTWtNbE1qSmpZWFJsWjI5eWVTVXlNaVV6UVNVeU1tSmhjMmxqSlRJeUpUSkRKVEl5Ykc5amEyVmtKVEl5SlROQlptRnNjMlVsTjBRbE1rTWxNakppUzBwTFNtbGFVRXB3T1RBeU5qUTJKVEl5SlROQkpUZENKVEl5Y0dGeVpXNTBKVEl5SlROQkpUSXlKVEl5SlRKREpUSXliR2x1YXlVeU1pVXpRU1V5TWlVeU1pVXlReVV5TW5Ob1lYQmxVM1I1YkdVbE1qSWxNMEVsTjBJbE1qSmhiSEJvWVNVeU1pVXpRVEVsTjBRbE1rTWxNakowWlhoMFFteHZZMnNsTWpJbE0wRWxOVUlsTjBJbE1qSndiM05wZEdsdmJpVXlNaVV6UVNVM1FpVXlNbmNsTWpJbE0wRWxNakozTFRJd0pUSXlKVEpESlRJeWVDVXlNaVV6UVRFd0pUSkRKVEl5YUNVeU1pVXpRU1V5TW1nbE1qSWxNa01sTWpKNUpUSXlKVE5CTUNVM1JDVXlReVV5TW5SbGVIUWxNaklsTTBFbE1qSWxSVFVsT1RBbE9URWxSVGtsT0RjbE9FWWxSVFVsT0VNbE9UWWxNaklsTjBR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1rTWxNakowYVhSc1pTVXlNaVV6UVNVeU1pVkZOeVU1UmlWQk9TVkZOU1ZDUkNWQk1pVXlNaVV5UXlVeU1tWnZiblJUZEhsc1pTVXlNaVV6UVNVM1FpVTNSQ1V5UXlVeU1tUmhkR0ZCZEhSeWFXSjFkR1Z6SlRJeUpUTkJKVFZDSlRkQ0pUSXlibUZ0WlNVeU1pVXpRU1V5TWlWRk5TVkNRU1U0UmlWRk5TVTRSaVZDTnlVeU1pVXlReVV5TW1sa0pUSXlKVE5CSlRJeWRsRlJSMnhDVWxSQ1VEWTNNalV6TWlVeU1pVXlReVV5TW5SNWNHVWxNaklsTTBFbE1qSnVkVzFpWlhJbE1qSWxNa01sTWpKallYUmxaMjl5ZVNVeU1pVXpRU1V5TW1SbFptRjFiSFFsTWpJbE1rTWxNakoyWVd4MVpTVXlNaVV6UVNVeU1pVXlNaVUzUkNVeVF5VTNRaVV5TW01aGJXVWxNaklsTTBFbE1qSWxSVFVsT1RBbE9FUWxSVGNsUVRjbFFqQWxNaklsTWtNbE1qSnBaQ1V5TWlVelFTVXlNbHBqUW1KWFZXMVBiRzgxTXpnNU5UTWxNaklsTWtNbE1qSjBlWEJsSlRJeUpUTkJKVEl5YzNSeWFXNW5KVEl5SlRKREpUSXlZMkYwWldkdmNua2xNaklsTTBFbE1qSmtaV1poZFd4MEpUSXlKVEpESlRJeWRtRnNkV1VsTWpJbE0wRWxNaklsTWpJbE4wUWxNa01sTjBJbE1qSnVZVzFsSlRJeUpUTkJKVEl5SlVVMkpUZzVKVGd3SlVVMkpUbERKVGc1SlVVNEpUZ3dKVGcxSlRJeUpUSkRKVEl5YVdRbE1qSWxNMEVsTWpKcWVHZFJja2RCZGtGSk9UWTNPVFE1SlRJeUpUSkRKVEl5ZEhsd1pTVXlNaVV6UVNVeU1uTjBjbWx1WnlVeU1pVXlReVV5TW1OaGRHVm5iM0o1SlRJeUpUTkJKVEl5WkdWbVlYVnNkQ1V5TWlVeVF5VXlNblpoYkhWbEpUSXlKVE5CSlRJeUpUSXlKVGRFSlRKREpUZENKVEl5Ym1GdFpTVXlNaVV6UVNVeU1pVkZPQ1ZDUmlVNVJTVkZOaVU0UlNWQk5TVXlNaVV5UXlVeU1tbGtKVEl5SlROQkpUSXlTRUY1VmxOSFYzVlBUVE16T0RJME55VXlNaVV5UXlVeU1uUjVjR1VsTWpJbE0wRWxNakpzYVc1ckpUSXlKVEpESlRJeVkyRjBaV2R2Y25rbE1qSWxNMEVsTWpKa1pXWmhkV3gwSlRJeUpUSkRKVEl5ZG1Gc2RXVWxNaklsTTBFbE1qSWxNaklsTjBRbE1rTWxOMElsTWpKdVlXMWxKVEl5SlROQkpUSXlKVVUwSlVKRkpVSkdKVVUzSlVGREpVSkJKVEl5SlRKREpUSXlhV1FsTWpJbE0wRWxNakpyVW5SS1JFOUdaVWRETVRVNE5EYzFKVEl5SlRKREpUSXlkSGx3WlNVeU1pVXpRU1V5TW5OMGNtbHVaeVV5TWlVeVF5VXlNbU5oZEdWbmIzSjVKVEl5SlROQkpUSXlaR1ZtWVhWc2RDVXlNaVV5UXlVeU1uWmhiSFZsSlRJeUpUTkJKVEl5SlRJeUpUZEVKVFZFSlRKREpUSXljSEp2Y0hNbE1qSWxNMEVsTjBJbE1qSjZhVzVrWlhnbE1qSWxNMEV4TVNVeVF5VXlNbmNsTWpJbE0wRXhNemtsTWtNbE1qSjRKVEl5SlROQk5EVXpMakExT0RneU16VXlPVFF4TVRjbE1rTWxNakpvSlRJeUpUTkJOREVsTWtNbE1qSjVKVEl5SlROQk1qQXdMalUwT1RBeE9UWXdOemcwTXpJbE1rTWxNakpoYm1kc1pTVXlNaVV6UVRB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p5WldOMFlXNW5iR1VsTWpJbE1rTWxNakptYVd4c1UzUjViR1VsTWpJbE0wRWxOMElsTjBRbE1rTWxNakowYUdWdFpTVXlNaVV6UVNVM1FpVTNSQ1V5UXlVeU1tbGtKVEl5SlROQkpUSXlZa3RLUzBwcFdsQktjRGt3TWpZME5p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UpUSkRKVEl5VVZwaVdGVjFZVWw2ZWpRME9UTTJPQ1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uZ2xNaklsTTBFeE1DVXlReVV5TW1nbE1qSWxNMEVsTWpKb0pUSXlKVEpESlRJeWVTVXlNaVV6UVRBbE4wUWxNa01sTWpKMFpYaDBKVEl5SlROQkpUSXlKVVUxSlRnMUpUZzVKVVUySlVJMUpUZ3hKVVUySlRoR0pUa3dKVVUxSlRoR0pUazJ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ZEdsMGJHVWxNaklsTTBFbE1qSWxSVGNsT1VZbFFUa2xSVFVsUWtRbFFUSWxNaklsTWtNbE1qSm1iMjUwVTNSNWJHVWxNaklsTTBFbE4wSWxOMFFsTWtNbE1qSmtZWFJoUVhSMGNtbGlkWFJsY3lVeU1pVXpRU1UxUWlVM1FpVXlNbTVoYldVbE1qSWxNMEVsTWpJbFJUVWxRa0VsT0VZbFJUVWxPRVlsUWpjbE1qSWxNa01sTWpKcFpDVXlNaVV6UVNVeU1uWkxUVmxpYldORFFVMDFNVFEyTWprbE1qSWxNa01sTWpKMGVYQmxKVEl5SlROQkpUSXliblZ0WW1WeUpUSXlKVEpESlRJeVkyRjBaV2R2Y25rbE1qSWxNMEVsTWpKa1pXWmhkV3gwSlRJeUpUSkRKVEl5ZG1Gc2RXVWxNaklsTTBFbE1qSWxNaklsTjBRbE1rTWxOMElsTWpKdVlXMWxKVEl5SlROQkpUSXlKVVUxSlRrd0pUaEVKVVUzSlVFM0pVSXdKVEl5SlRKREpUSXlhV1FsTWpJbE0wRWxNakp5VmxOdlpWRnFka3h3TWprek9UZzBKVEl5SlRKREpUSXlkSGx3WlNVeU1pVXpRU1V5TW5OMGNtbHVaeVV5TWlVeVF5VXlNbU5oZEdWbmIzSjVKVEl5SlROQkpUSXlaR1ZtWVhWc2RDVXlNaVV5UXlVeU1uWmhiSFZsSlRJeUpUTkJKVEl5SlRJeUpUZEVKVEpESlRkQ0pUSXlibUZ0WlNVeU1pVXpRU1V5TWlWRk5pVTRPU1U0TUNWRk5pVTVReVU0T1NWRk9DVTRNQ1U0TlNVeU1pVXlReVV5TW1sa0pUSXlKVE5CSlRJeVJtWlNSMlZpZDFKamNqUTVPRFUwTWlVeU1pVXlReVV5TW5SNWNHVWxNaklsTTBFbE1qSnpkSEpwYm1jbE1qSWxNa01sTWpKallYUmxaMjl5ZVNVeU1pVXpRU1V5TW1SbFptRjFiSFFsTWpJbE1rTWxNakoyWVd4MVpTVXlNaVV6UVNVeU1pVXlNaVUzUkNVeVF5VTNRaVV5TW01aGJXVWxNaklsTTBFbE1qSWxSVGdsUWtZbE9VVWxSVFlsT0VVbFFUVWxNaklsTWtNbE1qSnBaQ1V5TWlVelFTVXlNbFpXU1hSWVRsWjNaMW8zTWpVNU5UY2xNaklsTWtNbE1qSjBlWEJsSlRJeUpUTkJKVEl5YkdsdWF5VXlNaVV5UXlVeU1tTmhkR1ZuYjNKNUpUSXlKVE5CSlRJeVpHVm1ZWFZzZENVeU1pVXlReVV5TW5aaGJIVmxKVEl5SlROQkpUSXlKVEl5SlRkRUpUSkRKVGRDSlRJeWJtRnRaU1V5TWlVelFTVXlNaVZGTkNWQ1JTVkNSaVZGTnlWQlF5VkNRU1V5TWlVeVF5VXlNbWxrSlRJeUpUTkJKVEl5YUZSdVRWSklhMlp6VURRME9UVXpNeVV5TWlVeVF5VXlNblI1Y0dVbE1qSWxNMEVsTWpKemRISnBibWNsTWpJbE1rTWxNakpqWVhSbFoyOXllU1V5TWlVelFTVXlNbVJsWm1GMWJIUWxNaklsTWtNbE1qSjJZV3gxWlNVeU1pVXpRU1V5TWlVeU1pVTNSQ1UxUkNVeVF5VXlNbkJ5YjNCekpUSXlKVE5CSlRkQ0pUSXllbWx1WkdWNEpUSXlKVE5CTVRJbE1rTWxNakozSlRJeUpUTkJNVE01SlRKREpUSXllQ1V5TWlVelFUVTVOeTR3TlRnNE1qTTFNamswTVRFM0pUSkRKVEl5YUNVeU1pVXpRVFF4SlRKREpUSXllU1V5TWlVelFUSXdNQzQxTkRrd01UazJNRGM0TkRNeUpUSkRKVEl5WVc1bmJHVWxNaklsTTBFd0pUZEVKVEpESlRJeWNHRjBhQ1V5TWlVelFTVTFRaVUzUW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WJHbHVaVk4wZVd4bEpUSXlKVE5CSlRkQ0pUSXliR2x1WlZkcFpIUm9KVEl5SlROQk1TNDFKVGRFSlRKREpUSXlZMmhwYkdSeVpXNGxNaklsTTBFbE5VSWxOVVFsTWtNbE1qSnlaWE5wZW1WRWFYSWxNaklsTTBFbE5VSWxNakowYkNVeU1pVXlReVV5TW5SeUpUSXlKVEpESlRJeVluSWxNaklsTWtNbE1qSmliQ1V5TWlVeVF5VXlNbXdsTWpJbE1rTWxNakowSlRJeUpUSkRKVEl5Y2lVeU1pVXlReVV5TW1JbE1qSWxOVVFsTWtNbE1qSnVZVzFsSlRJeUpUTkJKVEl5Y21WamRHRnVaMnhsSlRJeUpUSkRKVEl5Wm1sc2JGTjBlV3hsSlRJeUpUTkJKVGRDSlRkRUpUSkRKVEl5ZEdobGJXVWxNaklsTTBFbE4wSWxOMFFsTWtNbE1qSnBaQ1V5TWlVelFTVXlNbEZhWWxoVmRXRkplbm8wTkRrek5qZ2xNaklsTWtNbE1qSmhkSFJ5YVdKMWRHVWxNaklsTTBFbE4wSWxNakpqYjI1MFlXbHVaWElsTWpJbE0wRm1ZV3h6WlNVeVF5VXlNbkp2ZEdGMFlXSnNaU1V5TWlVelFYUnlkV1VsTWtNbE1qSjJhWE5wWW14bEpUSXlKVE5CZEhKMVpTVXlReVV5TW1acGVHVmtUR2x1YXlVeU1pVXpRV1poYkhObEpUSkRKVEl5WTI5c2JHRndjMkZpYkdVbE1qSWxNMEZtWVd4elpTVXlReVV5TW1OdmJHeGhjSE5sWkNVeU1pVXpRV1poYkhObEpUSkRKVEl5YkdsdWEyRmliR1VsTWpJbE0wRjBjblZsSlRKREpUSXliV0Z5YTJWeVQyWm1jMlYwSlRJeUpUTkJOU1UzUkNVeVF5VXlNbU5oZEdWbmIzSjVKVEl5SlROQkpUSXlZbUZ6YVdNbE1qSWxNa01sTWpKc2IyTnJaV1FsTWpJbE0wRm1ZV3h6WlNVM1JDVXlReVV5TW1wMVRFVkphVkpyWmtVMU56RXlNekFsTWpJbE0wRWxOMElsTWpKd1lYSmxiblFsTWpJbE0wRWxNaklsTWpJbE1rTWxNakpzYVc1ckpUSXlKVE5CSlRJeUpUSXlKVEpESlRJeWMyaGhjR1ZUZEhsc1pTVXlNaVV6UVNVM1FpVXlNbUZzY0doaEpUSXlKVE5CTVNVM1JDVXlReVV5TW5SbGVIUkNiRzlqYXlVeU1pVXpRU1UxUWlVM1FpVXlNbkJ2YzJsMGFXOXVKVEl5SlROQkpUZENKVEl5ZHlVeU1pVXpRU1V5TW5jdE1qQWxNaklsTWtNbE1qSjRKVEl5SlROQk1UQWxNa01sTWpKb0pUSXlKVE5CSlRJeWFDVXlNaVV5UXlVeU1ua2xNaklsTTBFd0pUZEVKVEpESlRJeWRHVjRkQ1V5TWlVelFTVXlNaVZGTmlVNU5TVkNNQ1ZGTmlVNFJDVkJSU1ZGT0NVNE1TVTVRU1ZGTlNVNU1DVTRPQ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XlReVV5TW5ScGRHeGxKVEl5SlROQkpUSXlKVVUzSlRsR0pVRTVKVVUxSlVKRUpVRXlKVEl5SlRKREpUSXlabTl1ZEZOMGVXeGxKVEl5SlROQkpUZENKVGRFSlRKREpUSXlaR0YwWVVGMGRISnBZblYwWlhNbE1qSWxNMEVsTlVJbE4wSWxNakp1WVcxbEpUSXlKVE5CSlRJeUpVVTFKVUpCSlRoR0pVVTFKVGhHSlVJM0pUSXlKVEpESlRJeWFXUWxNaklsTTBFbE1qSk5VV3BVWlc1emRWTkhNVGszTmpFekpUSXlKVEpESlRJeWRIbHdaU1V5TWlVelFTVXlNbTUxYldKbGNpVXlNaVV5UXlVeU1tTmhkR1ZuYjNKNUpUSXlKVE5CSlRJeVpHVm1ZWFZzZENVeU1pVXlReVV5TW5aaGJIVmxKVEl5SlROQkpUSXlKVEl5SlRkRUpUSkRKVGRDSlRJeWJtRnRaU1V5TWlVelFTVXlNaVZGTlNVNU1DVTRSQ1ZGTnlWQk55VkNNQ1V5TWlVeVF5VXlNbWxrSlRJeUpUTkJKVEl5VlhCaGJXcDBjWEZRZFRReE9ERTRPU1V5TWlVeVF5VXlNblI1Y0dVbE1qSWxNMEVsTWpKemRISnBibWNsTWpJbE1rTWxNakpqWVhSbFoyOXllU1V5TWlVelFTVXlNbVJsWm1GMWJIUWxNaklsTWtNbE1qSjJZV3gxWlNVeU1pVXpRU1V5TWlVeU1pVTNSQ1V5UXlVM1FpVXlNbTVoYldVbE1qSWxNMEVsTWpJbFJUWWxPRGtsT0RBbFJUWWxPVU1sT0RrbFJUZ2xPREFsT0RVbE1qSWxNa01sTWpKcFpDVXlNaVV6UVNVeU1sVlVVRVoxVUdWR1ExRTFORFF5TlRBbE1qSWxNa01sTWpKMGVYQmxKVEl5SlROQkpUSXljM1J5YVc1bkpUSXlKVEpESlRJeVkyRjBaV2R2Y25rbE1qSWxNMEVsTWpKa1pXWmhkV3gwSlRJeUpUSkRKVEl5ZG1Gc2RXVWxNaklsTTBFbE1qSWxNaklsTjBRbE1rTWxOMElsTWpKdVlXMWxKVEl5SlROQkpUSXlKVVU0SlVKR0pUbEZKVVUySlRoRkpVRTFKVEl5SlRKREpUSXlhV1FsTWpJbE0wRWxNakpaV0dka1dVdGtTRWhuT1RReU9ESXlKVEl5SlRKREpUSXlkSGx3WlNVeU1pVXpRU1V5TW14cGJtc2xNaklsTWtNbE1qSmpZWFJsWjI5eWVTVXlNaVV6UVNVeU1tUmxabUYxYkhRbE1qSWxNa01sTWpKMllXeDFaU1V5TWlVelFTVXlNaVV5TWlVM1JDVXlReVUzUWlVeU1tNWhiV1VsTWpJbE0wRWxNaklsUlRRbFFrVWxRa1lsUlRjbFFVTWxRa0VsTWpJbE1rTWxNakpwWkNVeU1pVXpRU1V5TW1sQ1FrWkNkVTVqV0VneU1UVTVNVGNsTWpJbE1rTWxNakowZVhCbEpUSXlKVE5CSlRJeWMzUnlhVzVuSlRJeUpUSkRKVEl5WTJGMFpXZHZjbmtsTWpJbE0wRWxNakprWldaaGRXeDBKVEl5SlRKREpUSXlkbUZzZFdVbE1qSWxNMEVsTWpJbE1qSWxOMFFsTlVRbE1rTWxNakp3Y205d2N5VXlNaVV6UVNVM1FpVXlNbnBwYm1SbGVDVXlNaVV6UVRFekpUSkRKVEl5ZHlVeU1pVXpRVEV6T1NVeVF5VXlNbmdsTWpJbE0wRTNOREV1TURVNE9ESXpOVEk1TkRFeE55VXlReVV5TW1nbE1qSWxNMEUwTVNVeVF5VXlNbmtsTWpJbE0wRXlNREF1TlRRNU1ERTVOakEzT0RRek1pVXlReVV5TW1GdVoyeGxKVEl5SlROQk1DVTNSQ1V5UXlVeU1uQmhkR2dsTWpJbE0wRWxOVUlsTjBJbE1qSmhZM1JwYjI1ekpUSXlKVE5CSlRWQ0pUZENKVEl5ZUNVeU1pVXpRU1V5TWpBbE1qSWxNa01sTWpKaFkzUnBiMjRsTWpJbE0wRWxNakp0YjNabEpUSXlKVEpESlRJeWVTVXlNaVV6UVNVeU1qQWxNaklsTjBRbE1rTWxOMElsTWpKNEpUSXlKVE5CSlRJeWR5VXlNaVV5UXlVeU1tRmpkR2x2YmlVeU1pVXpRU1V5TW14cGJtVWxNaklsTWtNbE1qSjVKVEl5SlROQkpUSXlNQ1V5TWlVM1JDVXlReVUzUWlVeU1uZ2xNaklsTTBFbE1qSjNKVEl5SlRKREpUSXlZV04wYVc5dUpUSXlKVE5CSlRJeWJHbHVaU1V5TWlVeVF5VXlNbmtsTWpJbE0wRWxNakpvSlRJeUpUZEVKVEpESlRkQ0pUSXllQ1V5TWlVelFTVXlNakFsTWpJbE1rTWxNakpoWTNScGIyNGxNaklsTTBFbE1qSnNhVzVsSlRJeUpUSkRKVEl5ZVNVeU1pVXpRU1V5TW1nbE1qSWxOMFFsTWtNbE4wSWxNakpoWTNScGIyNGxNaklsTTBFbE1qSmpiRzl6WlNVeU1pVTNSQ1UxUkNVM1JDVTFSQ1V5UXlVeU1teHBibVZUZEhsc1pTVXlNaVV6UVNVM1FpVXlNbXhwYm1WWGFXUjBhQ1V5TWlVelFURXVOU1UzUkNVeVF5VXlNbU5vYVd4a2NtVnVKVEl5SlROQkpUVkNKVFZFSlRKREpUSXljbVZ6YVhwbFJHbHlKVEl5SlROQkpUVkNKVEl5ZEd3bE1qSWxNa01sTWpKMGNpVXlNaVV5UXlVeU1tSnlKVEl5SlRKREpUSXlZbXdsTWpJbE1rTWxNakpzSlRJeUpUSkRKVEl5ZENVeU1pVXlReVV5TW5JbE1qSWxNa01sTWpKaUpUSXlKVFZFSlRKREpUSXlibUZ0WlNVeU1pVXpRU1V5TW5KbFkzUmhibWRzWlNVeU1pVXlReVV5TW1acGJHeFRkSGxzWlNVeU1pVXpRU1UzUWlVM1JDVXlReVV5TW5Sb1pXMWxKVEl5SlROQkpUZENKVGRFSlRKREpUSXlhV1FsTWpJbE0wRWxNakpxZFV4RlNXbFNhMlpGTlRjeE1qTXdKVEl5SlRKREpUSXlZWFIwY21saWRYUmxKVEl5SlROQkpUZENKVEl5WTI5dWRHRnBibVZ5SlRJeUpUTkJabUZzYzJVbE1rTWxNakp5YjNSaGRHRmliR1VsTWpJbE0wRjBjblZsSlRKREpUSXlkbWx6YVdKc1pTVXlNaVV6UVhSeWRXVWxNa01sTWpKbWFYaGxaRXhwYm1zbE1qSWxNMEZtWVd4elpTVXlReVV5TW1OdmJHeGhjSE5oWW14bEpUSXlKVE5CWm1Gc2MyVWxNa01sTWpKamIyeHNZWEJ6WldRbE1qSWxNMEZtWVd4elpTVXlReVV5TW14cGJtdGhZbXhsSlRJeUpUTkJkSEoxWlNVeVF5VXlNbTFoY210bGNrOW1abk5sZENVeU1pVXpRVFVsTjBRbE1rTWxNakpqWVhSbFoyOXllU1V5TWlVelFTVXlNbUpoYzJsakpUSXlKVEpESlRJeWJHOWphMlZrSlRJeUpUTkJabUZzYzJVbE4wUWxNa01sTWpKV1YwaEpZbGRQVTJKQ01EazVNamc0SlRJeUpUTkJKVGRDSlRJeWNHRnlaVzUwSlRJeUpUTkJKVEl5SlRJeUpUSkRKVEl5YkdsdWF5VXlNaVV6UVNVeU1pVXlNaVV5UXlVeU1uTm9ZWEJsVTNSNWJHVWxNaklsTTBFbE4wSWxNakpoYkhCb1lTVXlNaVV6UVRFbE4wUWxNa01sTWpKMFpYaDBRbXh2WTJzbE1qSWxNMEVsTlVJbE4wSWxNakp3YjNOcGRHbHZiaVV5TWlVelFTVTNRaVV5TW5jbE1qSWxNMEVsTWpKM0xUSXdKVEl5SlRKREpUSXllQ1V5TWlVelFURXdKVEpESlRJeWFDVXlNaVV6UVNVeU1tZ2xNaklsTWtNbE1qSjVKVEl5SlROQk1DVTNSQ1V5UXlVeU1uUmxlSFFsTWpJbE0wRWxNaklsUlRnbFFrWWxPRGNsUlRZbFFrSWxRVFFsUlRZbE9FWWxPVEFsUlRVbE9FWWxPVFl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MGFYUnNaU1V5TWlVelFTVXlNaVZGTnlVNVJpVkJPU1ZGTlNWQ1JDVkJNaVV5TWlVeVF5VXlNbVp2Ym5SVGRIbHNaU1V5TWlVelFTVTNRaVUzUkNVeVF5VXlNbVJoZEdGQmRIUnlhV0oxZEdWekpUSXlKVE5CSlRWQ0pUZENKVEl5Ym1GdFpTVXlNaVV6UVNVeU1pVkZOU1ZDUVNVNFJpVkZOU1U0UmlWQ055VXlNaVV5UXlVeU1tbGtKVEl5SlROQkpUSXlVMnBxVUdKMWFXRmxlREkyTVRZMU1DVXlNaVV5UXlVeU1uUjVjR1VsTWpJbE0wRWxNakp1ZFcxaVpYSWxNaklsTWtNbE1qSmpZWFJsWjI5eWVTVXlNaVV6UVNVeU1tUmxabUYxYkhRbE1qSWxNa01sTWpKMllXeDFaU1V5TWlVelFTVXlNaVV5TWlVM1JDVXlReVUzUWlVeU1tNWhiV1VsTWpJbE0wRWxNaklsUlRVbE9UQWxPRVFsUlRjbFFUY2xRakFsTWpJbE1rTWxNakpwWkNVeU1pVXpRU1V5TW1sWWQyaGFSa1phZDJRd05UazBNamdsTWpJbE1rTWxNakowZVhCbEpUSXlKVE5CSlRJeWMzUnlhVzVuSlRJeUpUSkRKVEl5WTJGMFpXZHZjbmtsTWpJbE0wRWxNakprWldaaGRXeDBKVEl5SlRKREpUSXlkbUZzZFdVbE1qSWxNMEVsTWpJbE1qSWxOMFFsTWtNbE4wSWxNakp1WVcxbEpUSXlKVE5CSlRJeUpVVTJKVGc1SlRnd0pVVTJKVGxESlRnNUpVVTRKVGd3SlRnMUpUSXlKVEpESlRJeWFXUWxNaklsTTBFbE1qSlhhRzFVZWxKbFRXZExNVEkxTVRnNEpUSXlKVEpESlRJeWRIbHdaU1V5TWlVelFTVXlNbk4wY21sdVp5VXlNaVV5UXlVeU1tTmhkR1ZuYjNKNUpUSXlKVE5CSlRJeVpHVm1ZWFZzZENVeU1pVXlReVV5TW5aaGJIVmxKVEl5SlROQkpUSXlKVEl5SlRkRUpUSkRKVGRDSlRJeWJtRnRaU1V5TWlVelFTVXlNaVZGT0NWQ1JpVTVSU1ZGTmlVNFJTVkJOU1V5TWlVeVF5VXlNbWxrSlRJeUpUTkJKVEl5U2xWVFFVdEZUWEZ5Y0RVeU9EYzROQ1V5TWlVeVF5VXlNblI1Y0dVbE1qSWxNMEVsTWpKc2FXNXJKVEl5SlRKREpUSXlZMkYwWldkdmNua2xNaklsTTBFbE1qSmtaV1poZFd4MEpUSXlKVEpESlRJeWRtRnNkV1VsTWpJbE0wRWxNaklsTWpJbE4wUWxNa01sTjBJbE1qSnVZVzFsSlRJeUpUTkJKVEl5SlVVMEpVSkZKVUpHSlVVM0pVRkRKVUpCSlRJeUpUSkRKVEl5YVdRbE1qSWxNMEVsTWpKMWFrOWpSWEZaVm1OUU9USXhNRE0ySlRJeUpUSkRKVEl5ZEhsd1pTVXlNaVV6UVNVeU1uTjBjbWx1WnlVeU1pVXlReVV5TW1OaGRHVm5iM0o1SlRJeUpUTkJKVEl5WkdWbVlYVnNkQ1V5TWlVeVF5VXlNblpoYkhWbEpUSXlKVE5CSlRJeUpUSXlKVGRFSlRWRUpUSkRKVEl5Y0hKdmNITWxNaklsTTBFbE4wSWxNako2YVc1a1pYZ2xNaklsTTBFeE5DVXlReVV5TW5jbE1qSWxNMEV4TXprbE1rTWxNako0SlRJeUpUTkJPRGczTGpFeE56WTBOekExT0RneU16UWxNa01sTWpKb0pUSXlKVE5CTkRFbE1rTWxNako1SlRJeUpUTkJNakF4TGpBME9UQXhPVFl3TnpnME16SWxNa01sTWpKaGJtZHNaU1V5TWlVelFUQWxOMFFsTWtNbE1qSndZWFJvSlRJeUpUTkJKVFZDSlRkQ0pUSXlZV04wYVc5dWN5VXlNaVV6UVNVMVFpVTNRaVV5TW5nbE1qSWxNMEVsTWpJd0pUSXlKVEpESlRJeVlXTjBhVzl1SlRJeUpUTkJKVEl5Ylc5MlpTVXlNaVV5UXlVeU1ua2xNaklsTTBFbE1qSXdKVEl5SlRkRUpUSkRKVGRDSlRJeWVDVXlNaVV6UVNVeU1uY2xNaklsTWtNbE1qSmhZM1JwYjI0bE1qSWxNMEVsTWpKc2FXNW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nNhVzVsVTNSNWJHVWxNaklsTTBFbE4wSWxNakpzYVc1bFYybGtkR2dsTWpJbE0wRXhMalVsTjBRbE1rTWxNakpqYUdsc1pISmxiaVV5TWlVelFTVTFRaVUxUkNVeVF5VXlNbkpsYzJsNlpVUnBjaVV5TWlVelFTVTFRaVV5TW5Sc0pUSXlKVEpESlRJeWRISWxNaklsTWtNbE1qSmljaVV5TWlVeVF5VXlNbUpzSlRJeUpUSkRKVEl5YkNVeU1pVXlReVV5TW5RbE1qSWxNa01sTWpKeUpUSXlKVEpESlRJeVlpVXlNaVUxUkNVeVF5VXlNbTVoYldVbE1qSWxNMEVsTWpKeVpXTjBZVzVuYkdVbE1qSWxNa01sTWpKbWFXeHNVM1I1YkdVbE1qSWxNMEVsTjBJbE4wUWxNa01sTWpKMGFHVnRaU1V5TWlVelFTVTNRaVUzUkNVeVF5VXlNbWxrSlRJeUpUTkJKVEl5VmxkSVNXSlhUMU5pUWpBNU9USTRPQ1V5TWlVeVF5VXlNbUYwZEhKcFluVjBaU1V5TWlVelFTVTNRaVV5TW1OdmJuUmhhVzVsY2lVeU1pVXpRV1poYkhObEpUSkRKVEl5Y205MFlYUmhZbXhsSlRJeUpUTkJkSEoxWlNVeVF5VXlNblpwYzJsaWJHVWxNaklsTTBGMGNuVmxKVEpESlRJeVptbDRaV1JNYVc1ckpUSXlKVE5CWm1Gc2MyVWxNa01sTWpKamIyeHNZWEJ6WVdKc1pTVXlNaVV6UVdaaGJITmxKVEpESlRJeVkyOXNiR0Z3YzJWa0pUSXlKVE5CWm1Gc2MyVWxNa01sTWpKc2FXNXJZV0pzWlNVeU1pVXpRWFJ5ZFdVbE1rTWxNakp0WVhKclpYSlBabVp6WlhRbE1qSWxNMEUxSlRkRUpUSkRKVEl5WTJGMFpXZHZjbmtsTWpJbE0wRWxNakppWVhOcFl5VXlNaVV5UXlVeU1teHZZMnRsWkNVeU1pVXpRV1poYkhObEpUZEVKVEpESlRJeWNYWmxSRUZQYW1aTFlUUTNOalV3TnlVeU1pVXpRU1UzUWlVeU1uQmhjbVZ1ZENVeU1pVXpRU1V5TWlVeU1pVXlReVV5TW14cGJtc2xNaklsTTBFbE1qSWxNaklsTWtNbE1qSnphR0Z3WlZOMGVXeGxKVEl5SlROQkpUZENKVEl5WVd4d2FHRWxNaklsTTBFeEpUZEVKVEpESlRJeWRHVjRkRUpzYjJOckpUSXlKVE5CSlRWQ0pUZENKVEl5Y0c5emFYUnBiMjRsTWpJbE0wRWxOMElsTWpKM0pUSXlKVE5CSlRJeWR5MHlNQ1V5TWlVeVF5VXlNbmdsTWpJbE0wRXhNQ1V5UXlVeU1tZ2xNaklsTTBFbE1qSm9KVEl5SlRKREpUSXllU1V5TWlVelFUQWxOMFFsTWtNbE1qSjBaWGgwSlRJeUpUTkJKVEl5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WRHbDBiR1VsTWpJbE0wRWxNaklsUlRjbE9VWWxRVGtsUlRVbFFrUWxRVElsTWpJbE1rTWxNakptYjI1MFUzUjViR1VsTWpJbE0wRWxOMElsTjBRbE1rTWxNakprWVhSaFFYUjBjbWxpZFhSbGN5VXlNaVV6UVNVMVFpVTNRaVV5TW01aGJXVWxNaklsTTBFbE1qSWxSVFVsUWtFbE9FWWxSVFVsT0VZbFFqY2xNaklsTWtNbE1qSnBaQ1V5TWlVelFTVXlNbFoyZVdGQ1VucHZVbGM0TlRFM05UUWxNaklsTWtNbE1qSjBlWEJsSlRJeUpUTkJKVEl5Ym5WdFltVnlKVEl5SlRKREpUSXlZMkYwWldkdmNua2xNaklsTTBFbE1qSmtaV1poZFd4MEpUSXlKVEpESlRJeWRtRnNkV1VsTWpJbE0wRWxNaklsTWpJbE4wUWxNa01sTjBJbE1qSnVZVzFsSlRJeUpUTkJKVEl5SlVVMUpUa3dKVGhFSlVVM0pVRTNKVUl3SlRJeUpUSkRKVEl5YVdRbE1qSWxNMEVsTWpKcmNVNWxkbFpQV0dGM05URTFOamsx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jM05qY0ZOelZIWlRjRFEwTnpZME5DVXlNaVV5UXlVeU1uUjVjR1VsTWpJbE0wRWxNakp6ZEhKcGJtY2xNaklsTWtNbE1qSmpZWFJsWjI5eWVTVXlNaVV6UVNVeU1tUmxabUYxYkhRbE1qSWxNa01sTWpKMllXeDFaU1V5TWlVelFTVXlNaVV5TWlVM1JDVXlReVUzUWlVeU1tNWhiV1VsTWpJbE0wRWxNaklsUlRnbFFrWWxPVVVsUlRZbE9FVWxRVFVsTWpJbE1rTWxNakpwWkNVeU1pVXpRU1V5TWtoSGRrVnpkWEJQYW1ZNE1Ua3hOekVsTWpJbE1rTWxNakowZVhCbEpUSXlKVE5CSlRJeWJHbHVheVV5TWlVeVF5VXlNbU5oZEdWbmIzSjVKVEl5SlROQkpUSXlaR1ZtWVhWc2RDVXlNaVV5UXlVeU1uWmhiSFZsSlRJeUpUTkJKVEl5SlRJeUpUZEVKVEpESlRkQ0pUSXlibUZ0WlNVeU1pVXpRU1V5TWlWRk5DVkNSU1ZDUmlWRk55VkJReVZDUVNVeU1pVXlReVV5TW1sa0pUSXlKVE5CSlRJeWIzbFZXWEpxYWxkMVlURTNNRGt3TXlVeU1pVXlReVV5TW5SNWNHVWxNaklsTTBFbE1qSnpkSEpwYm1jbE1qSWxNa01sTWpKallYUmxaMjl5ZVNVeU1pVXpRU1V5TW1SbFptRjFiSFFsTWpJbE1rTWxNakoyWVd4MVpTVXlNaVV6UVNVeU1pVXlNaVUzUkNVMVJDVXlReVV5TW5CeWIzQnpKVEl5SlROQkpUZENKVEl5ZW1sdVpHVjRKVEl5SlROQk1UVWxNa01sTWpKM0pUSXlKVE5CTkRNd0pUSkRKVEl5ZUNVeU1pVXpRVEUxTlNVeVF5VXlNbWdsTWpJbE0wRXlPVEFsTWtNbE1qSjVKVEl5SlROQk16UTBKVEpESlRJeVlXNW5iR1VsTWpJbE0wRXdKVGRFSlRKREpUSXljR0YwYUNVeU1pVXpRU1UxUWlVM1FpVXlNbUZqZEdsdmJuTWxNaklsTTBFbE5VSWxOMElsTWpKNEpUSXlKVE5CSlRJeU1DVXlNaVV5UXlVeU1tRmpkR2x2YmlVeU1pVXpRU1V5TW0xdmRtVWxNaklsTWtNbE1qSjVKVEl5SlROQkpUSXlNQ1V5TWlVM1JDVXlReVUzUWlVeU1uZ2xNaklsTTBFbE1qSjNKVEl5SlRKREpUSXlZV04wYVc5dUpUSXlKVE5CSlRJeWJHbHVaU1V5TWlVeVF5VXlNbmtsTWpJbE0wRWxNakl3SlRJeUpUZEVKVEpESlRkQ0pUSXllQ1V5TWlVelFTVXlNbmNsTWpJbE1rTWxNakpoWTNScGIyNGxNaklsTTBFbE1qSnNhVzVsSlRJeUpUSkRKVEl5ZVNVeU1pVXpRU1V5TW1nbE1qSWxOMFFsTWtNbE4wSWxNako0SlRJeUpUTkJKVEl5TUNVeU1pVXlReVV5TW1GamRHbHZiaVV5TWlVelFTVXlNbXhwYm1VbE1qSWxNa01sTWpKNUpUSXlKVE5CSlRJeWFDVXlNaVUzUkNVeVF5VTNRaVV5TW1GamRHbHZiaVV5TWlVelFTVXlNbU5zYjNObEpUSXlKVGRFSlRWRUpUZEVKVFZFSlRKREpUSXliR2x1WlZOMGVXeGxKVEl5SlROQkpUZENKVEl5YkdsdVpWTjBlV3hsSlRJeUpUTkJKVEl5WkdGemFHVmtKVEl5SlRKREpUSXliR2x1WlZkcFpIUm9KVEl5SlROQk1TNDFKVGRFSlRKREpUSXlZMmhwYkdSeVpXNGxNaklsTTBFbE5VSWxOVVFsTWtNbE1qSnlaWE5wZW1WRWFYSWxNaklsTTBFbE5VSWxNakowYkNVeU1pVXlReVV5TW5SeUpUSXlKVEpESlRJeVluSWxNaklsTWtNbE1qSmliQ1V5TWlVeVF5VXlNbXdsTWpJbE1rTWxNakowSlRJeUpUSkRKVEl5Y2lVeU1pVXlReVV5TW1JbE1qSWxOVVFsTWtNbE1qSnVZVzFsSlRJeUpUTkJKVEl5Y21WamRHRnVaMnhsSlRJeUpUSkRKVEl5Wm1sc2JGTjBlV3hsSlRJeUpUTkJKVGRDSlRJeVkyOXNiM0lsTWpJbE0wRWxNakl5TlRFbE1rTXlNelFsTWtNeU1UZ2xNaklsTWtNbE1qSjBlWEJsSlRJeUpUTkJKVEl5YzI5c2FXUWxNaklsTjBRbE1rTWxNakowYUdWdFpTVXlNaVV6UVNVM1FpVTNSQ1V5UXlVeU1tbGtKVEl5SlROQkpUSXljWFpsUkVGUGFtWkxZVFEzTmpVd055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EpUSXlaM0p2ZFhBbE1qSWxNMEVsTWpKS1lXbENkbTFUUW5KME5qa3pNemMwSlRJeUpUZEVKVEpESlRJeWJWcE9kV1YyUVhadWJERTVOVEV3TVNVeU1pVXpRU1UzUWlVeU1uQmhjbVZ1ZENVeU1pVXpRU1V5TWlVeU1pVXlReVV5TW14cGJtc2xNaklsTTBFbE1qSWxNaklsTWtNbE1qSnphR0Z3WlZOMGVXeGxKVEl5SlROQkpUZENKVEl5WVd4d2FHRWxNaklsTTBFeEpUZEVKVEpESlRJeWRHVjRkRUpzYjJOckpUSXlKVE5CSlRWQ0pUZENKVEl5Y0c5emFYUnBiMjRsTWpJbE0wRWxOMElsTWpKM0pUSXlKVE5CSlRJeWR5MHlNQ1V5TWlVeVF5VXlNbmdsTWpJbE0wRXhNQ1V5UXlVeU1tZ2xNaklsTTBFbE1qSm9KVEl5SlRKREpUSXllU1V5TWlVelFUQWxOMFFsTWtNbE1qSjBaWGgwSlRJeUpUTkJKVEl5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WRHbDBiR1VsTWpJbE0wRWxNaklsUlRjbE9VWWxRVGtsUlRVbFFrUWxRVElsTWpJbE1rTWxNakptYjI1MFUzUjViR1VsTWpJbE0wRWxOMElsTjBRbE1rTWxNakprWVhSaFFYUjBjbWxpZFhSbGN5VXlNaVV6UVNVMVFpVTNRaVV5TW01aGJXVWxNaklsTTBFbE1qSWxSVFVsUWtFbE9FWWxSVFVsT0VZbFFqY2xNaklsTWtNbE1qSnBaQ1V5TWlVelFTVXlNblpKYWt0SlozWkhSV28yTXpFek5EZ2xNaklsTWtNbE1qSjBlWEJsSlRJeUpUTkJKVEl5Ym5WdFltVnlKVEl5SlRKREpUSXlZMkYwWldkdmNua2xNaklsTTBFbE1qSmtaV1poZFd4MEpUSXlKVEpESlRJeWRtRnNkV1VsTWpJbE0wRWxNaklsTWpJbE4wUWxNa01sTjBJbE1qSnVZVzFsSlRJeUpUTkJKVEl5SlVVMUpUa3dKVGhFSlVVM0pVRTNKVUl3SlRJeUpUSkRKVEl5YVdRbE1qSWxNMEVsTWpKQlVWQnZjR1pWWlZsdE5EazROVEl4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URzVoZGtGU2QxVlNkVFl6T1RJd09DVXlNaVV5UXlVeU1uUjVjR1VsTWpJbE0wRWxNakp6ZEhKcGJtY2xNaklsTWtNbE1qSmpZWFJsWjI5eWVTVXlNaVV6UVNVeU1tUmxabUYxYkhRbE1qSWxNa01sTWpKMllXeDFaU1V5TWlVelFTVXlNaVV5TWlVM1JDVXlReVUzUWlVeU1tNWhiV1VsTWpJbE0wRWxNaklsUlRnbFFrWWxPVVVsUlRZbE9FVWxRVFVsTWpJbE1rTWxNakpwWkNVeU1pVXpRU1V5TWxaRGFGVnRkRTlzZG1ZNE1qY3hPRE1sTWpJbE1rTWxNakowZVhCbEpUSXlKVE5CSlRJeWJHbHVheVV5TWlVeVF5VXlNbU5oZEdWbmIzSjVKVEl5SlROQkpUSXlaR1ZtWVhWc2RDVXlNaVV5UXlVeU1uWmhiSFZsSlRJeUpUTkJKVEl5SlRJeUpUZEVKVEpESlRkQ0pUSXlibUZ0WlNVeU1pVXpRU1V5TWlWRk5DVkNSU1ZDUmlWRk55VkJReVZDUVNVeU1pVXlReVV5TW1sa0pUSXlKVE5CSlRJeWVtaENVV1ZIZDNWdlJUZ3dNREEzT1NVeU1pVXlReVV5TW5SNWNHVWxNaklsTTBFbE1qSnpkSEpwYm1jbE1qSWxNa01sTWpKallYUmxaMjl5ZVNVeU1pVXpRU1V5TW1SbFptRjFiSFFsTWpJbE1rTWxNakoyWVd4MVpTVXlNaVV6UVNVeU1pVXlNaVUzUkNVMVJDVXlReVV5TW5CeWIzQnpKVEl5SlROQkpUZENKVEl5ZW1sdVpHVjRKVEl5SlROQk1UWWxNa01sTWpKM0pUSXlKVE5CTkRNd0pUSkRKVEl5ZUNVeU1pVXpRVFkwTlNVeVF5VXlNbWdsTWpJbE0wRXlPVEFsTWtNbE1qSjVKVEl5SlROQk16UTFKVEpESlRJeVlXNW5iR1VsTWpJbE0wRXdKVGRFSlRKREpUSXljR0YwYUNVeU1pVXpRU1UxUWlVM1FpVXlNbUZqZEdsdmJuTWxNaklsTTBFbE5VSWxOMElsTWpKNEpUSXlKVE5CSlRJeU1DVXlNaVV5UXlVeU1tRmpkR2x2YmlVeU1pVXpRU1V5TW0xdmRtVWxNaklsTWtNbE1qSjVKVEl5SlROQkpUSXlNQ1V5TWlVM1JDVXlReVUzUWlVeU1uZ2xNaklsTTBFbE1qSjNKVEl5SlRKREpUSXlZV04wYVc5dUpUSXlKVE5CSlRJeWJHbHVaU1V5TWlVeVF5VXlNbmtsTWpJbE0wRWxNakl3SlRJeUpUZEVKVEpESlRkQ0pUSXllQ1V5TWlVelFTVXlNbmNsTWpJbE1rTWxNakpoWTNScGIyNGxNaklsTTBFbE1qSnNhVzVsSlRJeUpUSkRKVEl5ZVNVeU1pVXpRU1V5TW1nbE1qSWxOMFFsTWtNbE4wSWxNako0SlRJeUpUTkJKVEl5TUNVeU1pVXlReVV5TW1GamRHbHZiaVV5TWlVelFTVXlNbXhwYm1VbE1qSWxNa01sTWpKNUpUSXlKVE5CSlRJeWFDVXlNaVUzUkNVeVF5VTNRaVV5TW1GamRHbHZiaVV5TWlVelFTVXlNbU5zYjNObEpUSXlKVGRFSlRWRUpUZEVKVFZFSlRKREpUSXliR2x1WlZOMGVXeGxKVEl5SlROQkpUZENKVEl5YkdsdVpWTjBlV3hsSlRJeUpUTkJKVEl5WkdGemFHVmtKVEl5SlRKREpUSXliR2x1WlZkcFpIUm9KVEl5SlROQk1TNDFKVGRFSlRKREpUSXlZMmhwYkdSeVpXNGxNaklsTTBFbE5VSWxOVVFsTWtNbE1qSnlaWE5wZW1WRWFYSWxNaklsTTBFbE5VSWxNakowYkNVeU1pVXlReVV5TW5SeUpUSXlKVEpESlRJeVluSWxNaklsTWtNbE1qSmliQ1V5TWlVeVF5VXlNbXdsTWpJbE1rTWxNakowSlRJeUpUSkRKVEl5Y2lVeU1pVXlReVV5TW1JbE1qSWxOVVFsTWtNbE1qSnVZVzFsSlRJeUpUTkJKVEl5Y21WamRHRnVaMnhsSlRJeUpUSkRKVEl5Wm1sc2JGTjBlV3hsSlRJeUpUTkJKVGRDSlRJeVkyOXNiM0lsTWpJbE0wRWxNakl5TlRFbE1rTXlNelFsTWtNeU1UZ2xNaklsTWtNbE1qSjBlWEJsSlRJeUpUTkJKVEl5YzI5c2FXUWxNaklsTjBRbE1rTWxNakowYUdWdFpTVXlNaVV6UVNVM1FpVTNSQ1V5UXlVeU1tbGtKVEl5SlROQkpUSXliVnBPZFdWMlFYWnViREU1TlRFd01T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EpUSXlaM0p2ZFhBbE1qSWxNMEVsTWpJbE1qSWxOMFFsTWtNbE1qSjVlSFYxU0c5NWJYaGhOekUyTkRNekpUSXlKVE5CSlRkQ0pUSXljR0Z5Wlc1MEpUSXlKVE5CSlRJeUpUSXlKVEpESlRJeWJHbHVheVV5TWlVelFTVXlNaVV5TWlVeVF5VXlNbk5vWVhCbFUzUjViR1VsTWpJbE0wRWxOMElsTWpKaGJIQm9ZU1V5TWlVelFURWxOMFFsTWtNbE1qSjBaWGgwUW14dlkyc2xNaklsTTBFbE5VSWxOMElsTWpKd2IzTnBkR2x2YmlVeU1pVXpRU1UzUWlVeU1uY2xNaklsTTBFbE1qSjNKVEl5SlRKREpUSXllQ1V5TWlVelFUQWxNa01sTWpKb0pUSXlKVE5CSlRJeWFDVXlNaVV5UXlVeU1ua2xNaklsTTBFd0pUZEVKVEpESlRJeWRHVjRkQ1V5TWlVelFTVXlNaVV6UTJJbE0wVkxUVklsUXpJbFFUQlRjR0Z5YXlVelF5VXlSbUlsTTBVbE1qSWxOMFF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WtNbE1qSjBhWFJzWlNVeU1pVXpRU1V5TWlWRk5pVTVOaVU0TnlWRk5pVTVReVZCUXlVeU1pVXlReVV5TW1admJuUlRkSGxzWlNVeU1pVXpRU1UzUWlVeU1uTnBlbVVsTWpJbE0wRXhPQ1UzUkNVeVF5VXlNbVJoZEdGQmRIUnlhV0oxZEdWekpUSXlKVE5CSlRWQ0pUZENKVEl5Ym1GdFpTVXlNaVV6UVNVeU1pVkZOU1ZDUVNVNFJpVkZOU1U0UmlWQ055VXlNaVV5UXlVeU1tbGtKVEl5SlROQkpUSXlWblJJU1VwcGQwSmFjekk1TURnek5pVXlNaVV5UXlVeU1uUjVjR1VsTWpJbE0wRWxNakp1ZFcxaVpYSWxNaklsTWtNbE1qSmpZWFJsWjI5eWVTVXlNaVV6UVNVeU1tUmxabUYxYkhRbE1qSWxNa01sTWpKMllXeDFaU1V5TWlVelFTVXlNaVV5TWlVM1JDVXlReVUzUWlVeU1tNWhiV1VsTWpJbE0wRWxNaklsUlRVbE9UQWxPRVFsUlRjbFFUY2xRakFsTWpJbE1rTWxNakpwWkNVeU1pVXpRU1V5TWxaVmVWVlZSa3BoWlhVMk5EYzRNelFsTWpJbE1rTWxNakowZVhCbEpUSXlKVE5CSlRJeWMzUnlhVzVuSlRJeUpUSkRKVEl5WTJGMFpXZHZjbmtsTWpJbE0wRWxNakprWldaaGRXeDBKVEl5SlRKREpUSXlkbUZzZFdVbE1qSWxNMEVsTWpJbE1qSWxOMFFsTWtNbE4wSWxNakp1WVcxbEpUSXlKVE5CSlRJeUpVVTJKVGc1SlRnd0pVVTJKVGxESlRnNUpVVTRKVGd3SlRnMUpUSXlKVEpESlRJeWFXUWxNaklsTTBFbE1qSllSR1ZXZWtKTlFYZE9NalEzTXpJeUpUSXlKVEpESlRJeWRIbHdaU1V5TWlVelFTVXlNbk4wY21sdVp5VXlNaVV5UXlVeU1tTmhkR1ZuYjNKNUpUSXlKVE5CSlRJeVpHVm1ZWFZzZENVeU1pVXlReVV5TW5aaGJIVmxKVEl5SlROQkpUSXlKVEl5SlRkRUpUSkRKVGRDSlRJeWJtRnRaU1V5TWlVelFTVXlNaVZGT0NWQ1JpVTVSU1ZGTmlVNFJTVkJOU1V5TWlVeVF5VXlNbWxrSlRJeUpUTkJKVEl5UVZwRlEzQmthV2RQVERjNU56TTFOeVV5TWlVeVF5VXlNblI1Y0dVbE1qSWxNMEVsTWpKc2FXNXJKVEl5SlRKREpUSXlZMkYwWldkdmNua2xNaklsTTBFbE1qSmtaV1poZFd4MEpUSXlKVEpESlRJeWRtRnNkV1VsTWpJbE0wRWxNaklsTWpJbE4wUWxNa01sTjBJbE1qSnVZVzFsSlRJeUpUTkJKVEl5SlVVMEpVSkZKVUpHSlVVM0pVRkRKVUpCSlRJeUpUSkRKVEl5YVdRbE1qSWxNMEVsTWpKTWNGbEtkRWhHUjA1RE56UTRNalU1SlRJeUpUSkRKVEl5ZEhsd1pTVXlNaVV6UVNVeU1uTjBjbWx1WnlVeU1pVXlReVV5TW1OaGRHVm5iM0o1SlRJeUpUTkJKVEl5WkdWbVlYVnNkQ1V5TWlVeVF5VXlNblpoYkhWbEpUSXlKVE5CSlRJeUpUSXlKVGRFSlRWRUpUSkRKVEl5Y0hKdmNITWxNaklsTTBFbE4wSWxNako2YVc1a1pYZ2xNaklsTTBFeE55VXlReVV5TW5jbE1qSWxNMEV4TWpRbE1rTWxNako0SlRJeUpUTkJNekE0SlRKREpUSXlhQ1V5TWlVelFUUXdKVEpESlRJeWVTVXlNaVV6UVRNMU5DVXlReVV5TW1GdVoyeGxKVEl5SlROQk1DVTNSQ1V5UXlVeU1uQmhkR2dsTWpJbE0wRWxOVUlsTjBJbE1qSnNhVzVsVTNSNWJHVWxNaklsTTBFbE4wSWxNakpzYVc1bFYybGtkR2dsTWpJbE0wRXdKVGRFSlRKREpUSXlabWxzYkZOMGVXeGxKVEl5SlROQkpUZENKVEl5ZEhsd1pTVXlNaVV6UVNVeU1tNXZibVVsTWpJbE4wUWxNa01sTWpKaFkzUnBiMjV6SlRJeUpUTkJKVFZDSlRkQ0pUSXllQ1V5TWlVelFTVXlNakFsTWpJbE1rTWxNakpoWTNScGIyNGxNaklsTTBFbE1qSnRiM1psSlRJeUpUSkRKVEl5ZVNVeU1pVXpRU1V5TWpBbE1qSWxOMFFsTWtNbE4wSWxNako0SlRJeUpUTkJKVEl5ZHlVeU1pVXlReVV5TW1GamRHbHZiaVV5TWlVelFTVXlNbXhwYm1VbE1qSWxNa01sTWpKNUpUSXlKVE5CSlRJeU1DVXlNaVUzUkNVeVF5VTNRaVV5TW5nbE1qSWxNMEVsTWpKM0pUSXlKVEpESlRJeVlXTjBhVzl1SlRJeUpUTkJKVEl5YkdsdVpTVXlNaVV5UXlVeU1ua2xNaklsTTBFbE1qSm9KVEl5SlRkRUpUSkRKVGRDSlRJeWVDVXlNaVV6UVNVeU1qQWxNaklsTWtNbE1qSmhZM1JwYjI0bE1qSWxNMEVsTWpKc2FXNWxKVEl5SlRKREpUSXllU1V5TWlVelFTVXlNbWdsTWpJbE4wUWxNa01sTjBJbE1qSmhZM1JwYjI0bE1qSWxNMEVsTWpKamJHOXpaU1V5TWlVM1JDVTFSQ1UzUkNVMVJDVXlReVV5TW14cGJtVlRkSGxzWlNVeU1pVXpRU1UzUWlVeU1teHBibVZYYVdSMGFDVXlNaVV6UVRFdU5TVTNSQ1V5UXlVeU1tTm9hV3hrY21WdUpUSXlKVE5CSlRWQ0pUVkVKVEpESlRJeWNtVnphWHBsUkdseUpUSXlKVE5CSlRWQ0pUSXlkR3dsTWpJbE1rTWxNakowY2lVeU1pVXlReVV5TW1KeUpUSXlKVEpESlRJeVltd2xNaklsTWtNbE1qSnNKVEl5SlRKREpUSXlkQ1V5TWlVeVF5VXlNbklsTWpJbE1rTWxNakppSlRJeUpUVkVKVEpESlRJeWJtRnRaU1V5TWlVelFTVXlNblJsZUhRbE1qSWxNa01sTWpKbWFXeHNVM1I1YkdVbE1qSWxNMEVsTjBJbE4wUWxNa01sTWpKMGFHVnRaU1V5TWlVelFTVTNRaVUzUkNVeVF5VXlNbWxrSlRJeUpUTkJKVEl5ZVhoMWRVaHZlVzE0WVRjeE5qUXpNeVV5TWlVeVF5VXlNbUYwZEhKcFluVjBaU1V5TWlVelFTVTNRaVV5TW1OdmJuUmhhVzVsY2lVeU1pVXpRV1poYkhObEpUSkRKVEl5Y205MFlYUmhZbXhsSlRJeUpUTkJkSEoxWlNVeVF5VXlNblpwYzJsaWJHVWxNaklsTTBGMGNuVmxKVEpESlRJeVptbDRaV1JNYVc1ckpUSXlKVE5CWm1Gc2MyVWxNa01sTWpKamIyeHNZWEJ6WVdKc1pTVXlNaVV6UVdaaGJITmxKVEpESlRJeVkyOXNiR0Z3YzJWa0pUSXlKVE5CWm1Gc2MyVWxNa01sTWpKc2FXNXJZV0pzWlNVeU1pVXpRWFJ5ZFdVbE1rTWxNakp0WVhKclpYSlBabVp6WlhRbE1qSWxNMEUxSlRkRUpUSkRKVEl5WTJGMFpXZHZjbmtsTWpJbE0wRWxNakppWVhOcFl5VXlNaVV5UXlVeU1teHZZMnRsWkNVeU1pVXpRV1poYkhObEpUSkRKVEl5WjNKdmRYQWxNaklsTTBFbE1qSktZV2xDZG0xVFFuSjBOamt6TXpjMEpUSXlKVGRFSlRKREpUSXlXbVZ0U0dKVmJVVjBiekE1TmpZd05TVXlNaVV6UVNVM1FpVXlNbkJoY21WdWRDVXlNaVV6UVNVeU1pVXlNaVV5UXlVeU1teHBibXNsTWpJbE0wRWxNaklsTWpJbE1rTWxNakp6YUdGd1pWTjBlV3hsSlRJeUpUTkJKVGRDSlRJeVlXeHdhR0VsTWpJbE0wRXhKVGRFSlRKREpUSXlkR1Y0ZEVKc2IyTnJKVEl5SlROQkpUVkNKVGRDSlRJeWNHOXphWFJwYjI0bE1qSWxNMEVsTjBJbE1qSjNKVEl5SlROQkpUSXlkeVV5TWlVeVF5VXlNbmdsTWpJbE0wRXdKVEpESlRJeWFDVXlNaVV6UVNVeU1tZ2xNaklsTWtNbE1qSjVKVEl5SlROQk1DVTNSQ1V5UXlVeU1uUmxlSFFsTWpJbE0wRWxNaklsTTBOaUpUTkZVMlYyWlhKc1pYTnpKVEl3VTNCaGNtc2xNME1sTWtaaUpUTkZ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ZEdsMGJHVWxNaklsTTBFbE1qSWxSVFlsT1RZbE9EY2xSVFlsT1VNbFFVTWxNaklsTWtNbE1qSm1iMjUwVTNSNWJHVWxNaklsTTBFbE4wSWxNakp6YVhwbEpUSXlKVE5CTVRnbE4wUWxNa01sTWpKa1lYUmhRWFIwY21saWRYUmxjeVV5TWlVelFTVTFRaVUzUWlVeU1tNWhiV1VsTWpJbE0wRWxNaklsUlRVbFFrRWxPRVlsUlRVbE9FWWxRamNsTWpJbE1rTWxNakpwWkNVeU1pVXpRU1V5TWs5RlltcENlVTFzVDFReU1qRTVOakVsTWpJbE1rTWxNakowZVhCbEpUSXlKVE5CSlRJeWJuVnRZbVZ5SlRJeUpUSkRKVEl5WTJGMFpXZHZjbmtsTWpJbE0wRWxNakprWldaaGRXeDBKVEl5SlRKREpUSXlkbUZzZFdVbE1qSWxNMEVsTWpJbE1qSWxOMFFsTWtNbE4wSWxNakp1WVcxbEpUSXlKVE5CSlRJeUpVVTFKVGt3SlRoRUpVVTNKVUUzSlVJd0pUSXlKVEpESlRJeWFXUWxNaklsTTBFbE1qSnRTbGgwWmtWeFZFbHZOekE0TWpJekpUSXlKVEpESlRJeWRIbHdaU1V5TWlVelFTVXlNbk4wY21sdVp5VXlNaVV5UXlVeU1tTmhkR1ZuYjNKNUpUSXlKVE5CSlRJeVpHVm1ZWFZzZENVeU1pVXlReVV5TW5aaGJIVmxKVEl5SlROQkpUSXlKVEl5SlRkRUpUSkRKVGRDSlRJeWJtRnRaU1V5TWlVelFTVXlNaVZGTmlVNE9TVTRNQ1ZGTmlVNVF5VTRPU1ZGT0NVNE1DVTROU1V5TWlVeVF5VXlNbWxrSlRJeUpUTkJKVEl5YjJsallscGhjR3BFVERrek9ESXhOU1V5TWlVeVF5VXlNblI1Y0dVbE1qSWxNMEVsTWpKemRISnBibWNsTWpJbE1rTWxNakpqWVhSbFoyOXllU1V5TWlVelFTVXlNbVJsWm1GMWJIUWxNaklsTWtNbE1qSjJZV3gxWlNVeU1pVXpRU1V5TWlVeU1pVTNSQ1V5UXlVM1FpVXlNbTVoYldVbE1qSWxNMEVsTWpJbFJUZ2xRa1lsT1VVbFJUWWxPRVVsUVRVbE1qSWxNa01sTWpKcFpDVXlNaVV6UVNVeU1rUk9TRmhqYlV4QmMyczVOalU0TURRbE1qSWxNa01sTWpKMGVYQmxKVEl5SlROQkpUSXliR2x1YXlVeU1pVXlReVV5TW1OaGRHVm5iM0o1SlRJeUpUTkJKVEl5WkdWbVlYVnNkQ1V5TWlVeVF5VXlNblpoYkhWbEpUSXlKVE5CSlRJeUpUSXlKVGRFSlRKREpUZENKVEl5Ym1GdFpTVXlNaVV6UVNVeU1pVkZOQ1ZDUlNWQ1JpVkZOeVZCUXlWQ1FTVXlNaVV5UXlVeU1tbGtKVEl5SlROQkpUSXlWMGRMZUVGaVpsVnhRek13TURneU55VXlNaVV5UXlVeU1uUjVjR1VsTWpJbE0wRWxNakp6ZEhKcGJtY2xNaklsTWtNbE1qSmpZWFJsWjI5eWVTVXlNaVV6UVNVeU1tUmxabUYxYkhRbE1qSWxNa01sTWpKMllXeDFaU1V5TWlVelFTVXlNaVV5TWlVM1JDVTFSQ1V5UXlVeU1uQnliM0J6SlRJeUpUTkJKVGRDSlRJeWVtbHVaR1Y0SlRJeUpUTkJNVGdsTWtNbE1qSjNKVEl5SlROQk1UVTRKVEpESlRJeWVDVXlNaVV6UVRjMk9DNDFKVEpESlRJeWFDVXlNaVV6UVRRMUpUSkRKVEl5ZVNVeU1pVXpRVE0xTVM0MUpUSkRKVEl5WVc1bmJHVWxNaklsTTBFd0pUZEVKVEpESlRJeWNHRjBhQ1V5TWlVelFTVTFRaVUzUWlVeU1teHBibVZUZEhsc1pTVXlNaVV6UVNVM1FpVXlNbXhwYm1WWGFXUjBhQ1V5TWlVelFUQWxOMFFsTWtNbE1qSm1hV3hzVTNSNWJHVWxNaklsTTBFbE4wSWxNakowZVhCbEpUSXlKVE5CSlRJeWJtOXVaU1V5TWl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mRwWkhSb0pUSXlKVE5CTVM0MUpUZEVKVEpESlRJeVkyaHBiR1J5Wlc0bE1qSWxNMEVsTlVJbE5VUWxNa01sTWpKeVpYTnBlbVZFYVhJbE1qSWxNMEVsTlVJbE1qSjBiQ1V5TWlVeVF5VXlNblJ5SlRJeUpUSkRKVEl5WW5JbE1qSWxNa01sTWpKaWJDVXlNaVV5UXlVeU1td2xNaklsTWtNbE1qSjBKVEl5SlRKREpUSXljaVV5TWlVeVF5VXlNbUlsTWpJbE5VUWxNa01sTWpKdVlXMWxKVEl5SlROQkpUSXlkR1Y0ZENVeU1pVXlReVV5TW1acGJHeFRkSGxzWlNVeU1pVXpRU1UzUWlVM1JDVXlReVV5TW5Sb1pXMWxKVEl5SlROQkpUZENKVGRFSlRKREpUSXlhV1FsTWpJbE0wRWxNakphWlcxSVlsVnRSWFJ2TURrMk5qQTFKVEl5SlRKREpUSXlZWFIwY21saWRYUmxKVEl5SlROQkpUZENKVEl5WTI5dWRHRnBibVZ5SlRJeUpUTkJabUZzYzJVbE1rTWxNakp5YjNSaGRHRmliR1VsTWpJbE0wRjBjblZsSlRKREpUSXlkbWx6YVdKc1pTVXlNaVV6UVhSeWRXVWxNa01sTWpKbWFYaGxaRXhwYm1zbE1qSWxNMEZtWVd4elpTVXlReVV5TW1OdmJHeGhjSE5oWW14bEpUSXlKVE5CWm1Gc2MyVWxNa01sTWpKamIyeHNZWEJ6WldRbE1qSWxNMEZtWVd4elpTVXlReVV5TW14cGJtdGhZbXhsSlRJeUpUTkJkSEoxWlNVeVF5VXlNbTFoY210bGNrOW1abk5sZENVeU1pVXpRVFVsTjBRbE1rTWxNakpqWVhSbFoyOXllU1V5TWlVelFTVXlNbUpoYzJsakpUSXlKVEpESlRJeWJHOWphMlZrSlRJeUpUTkJabUZzYzJVbE1rTWxNakpuY205MWNDVXlNaVV6UVNVeU1pVXlNaVUzUkNVeVF5VXlNbGRhY21WV1EyMUZXRXN3TnpReE1qSWxNaklsTTBFbE4wSWxNakp3WVhKbGJuUWxNaklsTTBFbE1qSWxNaklsTWtNbE1qSnNhVzVySlRJeUpUTkJKVEl5SlRJeUpUSkRKVEl5YzJoaGNHVlRkSGxzWlNVeU1pVXpRU1UzUWlVeU1tRnNjR2hoSlRJeUpUTkJNU1UzUkNVeVF5VXlNblJsZUhSQ2JHOWpheVV5TWlVelFTVTFRaVUzUWlVeU1uQnZjMmwwYVc5dUpUSXlKVE5CSlRkQ0pUSXlkeVV5TWlVelFTVXlNbmNsTWpJbE1rTWxNako0SlRJeUpUTkJNQ1V5UXlVeU1tZ2xNaklsTTBFbE1qSm9KVEl5SlRKREpUSXllU1V5TWlVelFUQWxOMFFsTWtNbE1qSjBaWGgwSlRJeUpUTkJKVEl5SlRORFlpVXpSU1ZGTnlWQk9DVkNNeVZGTmlVNE1DVTRNU1ZGTkNWQ09DVTVRU1ZGTlNVNFFTVkJNU1V6UXlVeVJtSWxNMFV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MGFYUnNaU1V5TWlVelFTVXlNaVZGTmlVNU5pVTROeVZGTmlVNVF5VkJReVV5TWlVeVF5VXlNbVp2Ym5SVGRIbHNaU1V5TWlVelFTVTNRaVV5TW5OcGVtVWxNaklsTTBFeE9DVTNSQ1V5UXlVeU1tUmhkR0ZCZEhSeWFXSjFkR1Z6SlRJeUpUTkJKVFZDSlRkQ0pUSXlibUZ0WlNVeU1pVXpRU1V5TWlWRk5TVkNRU1U0UmlWRk5TVTRSaVZDTnlVeU1pVXlReVV5TW1sa0pUSXlKVE5CSlRJeVoyVmtVR2hFYUcxSWF6WTNNek01TVNVeU1pVXlReVV5TW5SNWNHVWxNaklsTTBFbE1qSnVkVzFpWlhJbE1qSWxNa01sTWpKallYUmxaMjl5ZVNVeU1pVXpRU1V5TW1SbFptRjFiSFFsTWpJbE1rTWxNakoyWVd4MVpTVXlNaVV6UVNVeU1pVXlNaVUzUkNVeVF5VTNRaVV5TW01aGJXVWxNaklsTTBFbE1qSWxSVFVsT1RBbE9FUWxSVGNsUVRjbFFqQWxNaklsTWtNbE1qSnBaQ1V5TWlVelFTVXlNa3AxWTJaWmNVOW5hV1kwTURnMU1UZ2xNaklsTWtNbE1qSjBlWEJsSlRJeUpUTkJKVEl5YzNSeWFXNW5KVEl5SlRKREpUSXlZMkYwWldkdmNua2xNaklsTTBFbE1qSmtaV1poZFd4MEpUSXlKVEpESlRJeWRtRnNkV1VsTWpJbE0wRWxNaklsTWpJbE4wUWxNa01sTjBJbE1qSnVZVzFsSlRJeUpUTkJKVEl5SlVVMkpUZzVKVGd3SlVVMkpUbERKVGc1SlVVNEpUZ3dKVGcxSlRJeUpUSkRKVEl5YVdRbE1qSWxNMEVsTWpKYWRrSjFSM2xKYTI5WE5qSTRORGs0SlRJeUpUSkRKVEl5ZEhsd1pTVXlNaVV6UVNVeU1uTjBjbWx1WnlVeU1pVXlReVV5TW1OaGRHVm5iM0o1SlRJeUpUTkJKVEl5WkdWbVlYVnNkQ1V5TWlVeVF5VXlNblpoYkhWbEpUSXlKVE5CSlRJeUpUSXlKVGRFSlRKREpUZENKVEl5Ym1GdFpTVXlNaVV6UVNVeU1pVkZPQ1ZDUmlVNVJTVkZOaVU0UlNWQk5TVXlNaVV5UXlVeU1tbGtKVEl5SlROQkpUSXllbkZ1VldoYVpYaGtkVEU1TWpnek1DVXlNaVV5UXlVeU1uUjVjR1VsTWpJbE0wRWxNakpzYVc1ckpUSXlKVEpESlRJeVkyRjBaV2R2Y25rbE1qSWxNMEVsTWpKa1pXWmhkV3gwSlRJeUpUSkRKVEl5ZG1Gc2RXVWxNaklsTTBFbE1qSWxNaklsTjBRbE1rTWxOMElsTWpKdVlXMWxKVEl5SlROQkpUSXlKVVUwSlVKRkpVSkdKVVUzSlVGREpVSkJKVEl5SlRKREpUSXlhV1FsTWpJbE0wRWxNakpYUmxaQ2VGWjFhMlY0T0RNeE5ERTRKVEl5SlRKREpUSXlkSGx3WlNVeU1pVXpRU1V5TW5OMGNtbHVaeVV5TWlVeVF5VXlNbU5oZEdWbmIzSjVKVEl5SlROQkpUSXlaR1ZtWVhWc2RDVXlNaVV5UXlVeU1uWmhiSFZsSlRJeUpUTkJKVEl5SlRJeUpUZEVKVFZFSlRKREpUSXljSEp2Y0hNbE1qSWxNMEVsTjBJbE1qSjZhVzVrWlhnbE1qSWxNMEV4T1NVeVF5VXlNbmNsTWpJbE0wRXhNalFsTWtNbE1qSjRKVEl5SlROQk16QTRKVEpESlRJeWFDVXlNaVV6UVRRd0pUSkRKVEl5ZVNVeU1pVXpRVFUzTXlVeVF5VXlNbUZ1WjJ4bEpUSXlKVE5CTUNVM1JDVXlReVV5TW5CaGRHZ2xNaklsTTBFbE5VSWxOMElsTWpKc2FXNWxVM1I1YkdVbE1qSWxNMEVsTjBJbE1qSnNhVzVsVjJsa2RHZ2xNaklsTTBFd0pUZEVKVEpESlRJeVptbHNiRk4wZVd4bEpUSXlKVE5CSlRkQ0pUSXlkSGx3WlNVeU1pVXpRU1V5TW01dmJtVWxNaklsTjBRbE1rTWxNakpoWTNScGIyNXpKVEl5SlROQkpUVkNKVGRDSlRJeWVDVXlNaVV6UVNVeU1qQWxNaklsTWtNbE1qSmhZM1JwYjI0bE1qSWxNMEVsTWpKdGIzWmxKVEl5SlRKREpUSXllU1V5TWlVelFTVXlNakFsTWpJbE4wUWxNa01sTjBJbE1qSjRKVEl5SlROQkpUSXlkeVV5TWlVeVF5VXlNbUZqZEdsdmJpVXlNaVV6UVNVeU1teHBibVVsTWpJbE1rTWxNako1SlRJeUpUTkJKVEl5TUNVeU1pVTNSQ1V5UXlVM1FpVXlNbmdsTWpJbE0wRWxNakozSlRJeUpUSkRKVEl5WVdOMGFXOXVKVEl5SlROQkpUSXliR2x1WlNVeU1pVXlReVV5TW5rbE1qSWxNMEVsTWpKb0pUSXlKVGRFSlRKREpUZENKVEl5ZUNVeU1pVXpRU1V5TWpBbE1qSWxNa01sTWpKaFkzUnBiMjRsTWpJbE0wRWxNakpzYVc1bEpUSXlKVEpESlRJeWVTVXlNaVV6UVNVeU1tZ2xNaklsTjBRbE1rTWxOMElsTWpKaFkzUnBiMjRsTWpJbE0wRWxNakpqYkc5elpTVXlNaVUzUkNVMVJDVTNSQ1UxUkNVeVF5VXlNbXhwYm1WVGRIbHNaU1V5TWlVelFTVTNRaVV5TW14cGJtVlhhV1IwYUNVeU1pVXpRVEV1TlNVM1JDVXlReVV5TW1Ob2FXeGtjbVZ1SlRJeUpUTkJKVFZDSlRWRUpUSkRKVEl5Y21WemFYcGxSR2x5SlRJeUpUTkJKVFZDSlRJeWRHd2xNaklsTWtNbE1qSjBjaVV5TWlVeVF5VXlNbUp5SlRJeUpUSkRKVEl5WW13bE1qSWxNa01sTWpKc0pUSXlKVEpESlRJeWRDVXlNaVV5UXlVeU1uSWxNaklsTWtNbE1qSmlKVEl5SlRWRUpUSkRKVEl5Ym1GdFpTVXlNaVV6UVNVeU1uUmxlSFFsTWpJbE1rTWxNakptYVd4c1UzUjViR1VsTWpJbE0wRWxOMElsTjBRbE1rTWxNakowYUdWdFpTVXlNaVV6UVNVM1FpVTNSQ1V5UXlVeU1tbGtKVEl5SlROQkpUSXlWMXB5WlZaRGJVVllTekEzTkRFeU1p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EpUSXlaM0p2ZFhBbE1qSWxNMEVsTWpKS1lXbENkbTFUUW5KME5qa3pNemMwSlRJeUpUZEVKVEpESlRJeWFWVjZTMmR1VVdsd1R6WXlORFk1TlNVeU1pVXpRU1UzUWlVeU1uQmhjbVZ1ZENVeU1pVXpRU1V5TWlVeU1pVXlReVV5TW14cGJtc2xNaklsTTBFbE1qSWxNaklsTWtNbE1qSnphR0Z3WlZOMGVXeGxKVEl5SlROQkpUZENKVEl5WVd4d2FHRWxNaklsTTBFeEpUZEVKVEpESlRJeWRHVjRkRUpzYjJOckpUSXlKVE5CSlRWQ0pUZENKVEl5Y0c5emFYUnBiMjRsTWpJbE0wRWxOMElsTWpKM0pUSXlKVE5CSlRJeWR5VXlNaVV5UXlVeU1uZ2xNaklsTTBFd0pUSkRKVEl5YUNVeU1pVXpRU1V5TW1nbE1qSWxNa01sTWpKNUpUSXlKVE5CTUNVM1JDVXlReVV5TW5SbGVIUWxNaklsTTBFbE1qSWxNME5pSlRORkpVVTFKVUpESlVJNUpVVTJKVGd3SlVFM0pVVTBKVUk0SlRsQkpVVTFKVGhCSlVFeEpUTkRKVEpHWWlVelJT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JKVGsySlRnM0pVVTJKVGxESlVGREpUSXlKVEpESlRJeVptOXVkRk4wZVd4bEpUSXlKVE5CSlRkQ0pUSXljMmw2WlNVeU1pVXpRVEU0SlRkRUpUSkRKVEl5WkdGMFlVRjBkSEpwWW5WMFpYTWxNaklsTTBFbE5VSWxOMElsTWpKdVlXMWxKVEl5SlROQkpUSXlKVVUxSlVKQkpUaEdKVVUxSlRoR0pVSTNKVEl5SlRKREpUSXlhV1FsTWpJbE0wRWxNakpNWldkVloxSm5SazlYT0RJeU9ETXdKVEl5SlRKREpUSXlkSGx3WlNVeU1pVXpRU1V5TW01MWJXSmxjaVV5TWlVeVF5VXlNbU5oZEdWbmIzSjVKVEl5SlROQkpUSXlaR1ZtWVhWc2RDVXlNaVV5UXlVeU1uWmhiSFZsSlRJeUpUTkJKVEl5SlRJeUpUZEVKVEpESlRkQ0pUSXlibUZ0WlNVeU1pVXpRU1V5TWlWRk5TVTVNQ1U0UkNWRk55VkJOeVZDTUNVeU1pVXlReVV5TW1sa0pUSXlKVE5CSlRJeWFuZFllbGRxYVdwNlN6STVPVEl3TXlVeU1pVXlReVV5TW5SNWNHVWxNaklsTTBFbE1qSnpkSEpwYm1jbE1qSWxNa01sTWpKallYUmxaMjl5ZVNVeU1pVXpRU1V5TW1SbFptRjFiSFFsTWpJbE1rTWxNakoyWVd4MVpTVXlNaVV6UVNVeU1pVXlNaVUzUkNVeVF5VTNRaVV5TW01aGJXVWxNaklsTTBFbE1qSWxSVFlsT0RrbE9EQWxSVFlsT1VNbE9Ea2xSVGdsT0RBbE9EVWxNaklsTWtNbE1qSnBaQ1V5TWlVelFTVXlNa1ZpWm1GUlUxVnBRVlV6TkRBM01EY2xNaklsTWtNbE1qSjBlWEJsSlRJeUpUTkJKVEl5YzNSeWFXNW5KVEl5SlRKREpUSXlZMkYwWldkdmNua2xNaklsTTBFbE1qSmtaV1poZFd4MEpUSXlKVEpESlRJeWRtRnNkV1VsTWpJbE0wRWxNaklsTWpJbE4wUWxNa01sTjBJbE1qSnVZVzFsSlRJeUpUTkJKVEl5SlVVNEpVSkdKVGxGSlVVMkpUaEZKVUUxSlRJeUpUSkRKVEl5YVdRbE1qSWxNMEVsTWpKMlZWVnVhblY1WkVkWE1UVTBNVEF4SlRJeUpUSkRKVEl5ZEhsd1pTVXlNaVV6UVNVeU1teHBibXNsTWpJbE1rTWxNakpqWVhSbFoyOXllU1V5TWlVelFTVXlNbVJsWm1GMWJIUWxNaklsTWtNbE1qSjJZV3gxWlNVeU1pVXpRU1V5TWlVeU1pVTNSQ1V5UXlVM1FpVXlNbTVoYldVbE1qSWxNMEVsTWpJbFJUUWxRa1VsUWtZbFJUY2xRVU1sUWtFbE1qSWxNa01sTWpKcFpDVXlNaVV6UVNVeU1rRjFja2hpVkV0NWRFODNPVFl5TnpNbE1qSWxNa01sTWpKMGVYQmxKVEl5SlROQkpUSXljM1J5YVc1bkpUSXlKVEpESlRJeVkyRjBaV2R2Y25rbE1qSWxNMEVsTWpKa1pXWmhkV3gwSlRJeUpUSkRKVEl5ZG1Gc2RXVWxNaklsTTBFbE1qSWxNaklsTjBRbE5VUWxNa01sTWpKd2NtOXdjeVV5TWlVelFTVTNRaVV5TW5wcGJtUmxlQ1V5TWlVelFUSXdKVEpESlRJeWR5VXlNaVV6UVRFeU5DVXlReVV5TW5nbE1qSWxNMEUzT1RjdU5TVXlReVV5TW1nbE1qSWxNMEUwTUNVeVF5VXlNbmtsTWpJbE0wRTFOek1sTWtNbE1qSmhibWRzWlNVeU1pVXpRVEFsTjBRbE1rTWxNakp3WVhSb0pUSXlKVE5CSlRWQ0pUZENKVEl5YkdsdVpWTjBlV3hsSlRJeUpUTkJKVGRDSlRJeWJHbHVaVmRwWkhSb0pUSXlKVE5CTUNVM1JDVXlReVV5TW1acGJHeFRkSGxzWlNVeU1pVXpRU1UzUWlVeU1uUjVjR1VsTWpJbE0wRWxNakp1YjI1bEpUSXlKVGRFSlRKREpUSXlZV04wYVc5dWN5VXlNaVV6UVNVMVFpVTNRaVV5TW5nbE1qSWxNMEVsTWpJd0pUSXlKVEpESlRJeVlXTjBhVzl1SlRJeUpUTkJKVEl5Ylc5MlpTVXlNaVV5UXlVeU1ua2xNaklsTTBFbE1qSXdKVEl5SlRkRUpUSkRKVGRDSlRJeWVDVXlNaVV6UVNVeU1uY2xNaklsTWtNbE1qSmhZM1JwYjI0bE1qSWxNMEVsTWpKc2FXNW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nNhVzVsVTNSNWJHVWxNaklsTTBFbE4wSWxNakpzYVc1bFYybGtkR2dsTWpJbE0wRXhMalVsTjBRbE1rTWxNakpqYUdsc1pISmxiaVV5TWlVelFTVTFRaVUxUkNVeVF5VXlNbkpsYzJsNlpVUnBjaVV5TWlVelFTVTFRaVV5TW5Sc0pUSXlKVEpESlRJeWRISWxNaklsTWtNbE1qSmljaVV5TWlVeVF5VXlNbUpzSlRJeUpUSkRKVEl5YkNVeU1pVXlReVV5TW5RbE1qSWxNa01sTWpKeUpUSXlKVEpESlRJeVlpVXlNaVUxUkNVeVF5VXlNbTVoYldVbE1qSWxNMEVsTWpKMFpYaDBKVEl5SlRKREpUSXlabWxzYkZOMGVXeGxKVEl5SlROQkpUZENKVGRFSlRKREpUSXlkR2hsYldVbE1qSWxNMEVsTjBJbE4wUWxNa01sTWpKcFpDVXlNaVV6UVNVeU1tbFZla3RuYmxGcGNFODJNalEyT1RVbE1qSWxNa01sTWpKaGRIUnlhV0oxZEdVbE1qSWxNMEVsTjBJbE1qSmpiMjUwWVdsdVpYSWxNaklsTTBGbVlXeHpaU1V5UXlVeU1uSnZkR0YwWVdKc1pTVXlNaVV6UVhSeWRXVWxNa01sTWpKMmFYTnBZbXhsSlRJeUpUTkJkSEoxWlNVeVF5VXlNbVpwZUdWa1RHbHVheVV5TWlVelFXWmhiSE5sSlRKREpUSXlZMjlzYkdGd2MyRmliR1VsTWpJbE0wRm1ZV3h6WlNVeVF5VXlNbU52Ykd4aGNITmxaQ1V5TWlVelFXWmhiSE5sSlRKREpUSXliR2x1YTJGaWJHVWxNaklsTTBGMGNuVmxKVEpESlRJeWJXRnlhMlZ5VDJabWMyVjBKVEl5SlROQk5TVTNSQ1V5UXlVeU1tTmhkR1ZuYjNKNUpUSXlKVE5CSlRJeVltRnphV01sTWpJbE1rTWxNakpzYjJOclpXUWxNaklsTTBGbVlXeHpaU1V5UXlVeU1tZHliM1Z3SlRJeUpUTkJKVEl5SlRJeUpUZEVKVEpESlRJeWFIcGtZVU5KUjNCeVJqYzJORGM1TVNVeU1pVXpRU1UzUWlVeU1uQmhjbVZ1ZENVeU1pVXpRU1V5TWlVeU1pVXlReVV5TW14cGJtc2xNaklsTTBFbE1qSWxNaklsTWtNbE1qSnphR0Z3WlZOMGVXeGxKVEl5SlROQkpUZENKVEl5WVd4d2FHRWxNaklsTTBFeEpUZEVKVEpESlRJeWRHVjRkRUpzYjJOckpUSXlKVE5CSlRWQ0pUZENKVEl5Y0c5emFYUnBiMjRsTWpJbE0wRWxOMElsTWpKM0pUSXlKVE5CSlRJeWR5MHlNQ1V5TWlVeVF5VXlNbmdsTWpJbE0wRXhNQ1V5UXlVeU1tZ2xNaklsTTBFbE1qSm9KVEl5SlRKREpUSXllU1V5TWlVelFUQWxOMFFsTWtNbE1qSjBaWGgwSlRJeUpUTkJKVEl5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WRHbDBiR1VsTWpJbE0wRWxNaklsUlRjbE9VWWxRVGtsUlRVbFFrUWxRVElsTWpJbE1rTWxNakptYjI1MFUzUjViR1VsTWpJbE0wRWxOMElsTjBRbE1rTWxNakprWVhSaFFYUjBjbWxpZFhSbGN5VXlNaVV6UVNVMVFpVTNRaVV5TW01aGJXVWxNaklsTTBFbE1qSWxSVFVsUWtFbE9FWWxSVFVsT0VZbFFqY2xNaklsTWtNbE1qSnBaQ1V5TWlVelFTVXlNbGRwZDFwSGIyVkJSazh6TURJeE9EZ2xNaklsTWtNbE1qSjBlWEJsSlRJeUpUTkJKVEl5Ym5WdFltVnlKVEl5SlRKREpUSXlZMkYwWldkdmNua2xNaklsTTBFbE1qSmtaV1poZFd4MEpUSXlKVEpESlRJeWRtRnNkV1VsTWpJbE0wRWxNaklsTWpJbE4wUWxNa01sTjBJbE1qSnVZVzFsSlRJeUpUTkJKVEl5SlVVMUpUa3dKVGhFSlVVM0pVRTNKVUl3SlRJeUpUSkRKVEl5YVdRbE1qSWxNMEVsTWpKaVlVSm5hRWhxV1daaE9EazROamt6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WbUZPUW5CUlQxSmFkREl4TkRrd015VXlNaVV5UXlVeU1uUjVjR1VsTWpJbE0wRWxNakp6ZEhKcGJtY2xNaklsTWtNbE1qSmpZWFJsWjI5eWVTVXlNaVV6UVNVeU1tUmxabUYxYkhRbE1qSWxNa01sTWpKMllXeDFaU1V5TWlVelFTVXlNaVV5TWlVM1JDVXlReVUzUWlVeU1tNWhiV1VsTWpJbE0wRWxNaklsUlRnbFFrWWxPVVVsUlRZbE9FVWxRVFVsTWpJbE1rTWxNakpwWkNVeU1pVXpRU1V5TWtsb1dHUlRUVmwxVUU4eE9ETTVPVFFsTWpJbE1rTWxNakowZVhCbEpUSXlKVE5CSlRJeWJHbHVheVV5TWlVeVF5VXlNbU5oZEdWbmIzSjVKVEl5SlROQkpUSXlaR1ZtWVhWc2RDVXlNaVV5UXlVeU1uWmhiSFZsSlRJeUpUTkJKVEl5SlRJeUpUZEVKVEpESlRkQ0pUSXlibUZ0WlNVeU1pVXpRU1V5TWlWRk5DVkNSU1ZDUmlWRk55VkJReVZDUVNVeU1pVXlReVV5TW1sa0pUSXlKVE5CSlRJeVUxcHFZVTVRV2s5U1p6TTVNak01TWlVeU1pVXlReVV5TW5SNWNHVWxNaklsTTBFbE1qSnpkSEpwYm1jbE1qSWxNa01sTWpKallYUmxaMjl5ZVNVeU1pVXpRU1V5TW1SbFptRjFiSFFsTWpJbE1rTWxNakoyWVd4MVpTVXlNaVV6UVNVeU1pVXlNaVUzUkNVMVJDVXlReVV5TW5CeWIzQnpKVEl5SlROQkpUZENKVEl5ZW1sdVpHVjRKVEl5SlROQk1qRWxNa01sTWpKM0pUSXlKVE5CT1RNbE1rTWxNako0SlRJeUpUTkJNVGd5TGprME1URTNOalEzTURVNE9ESTJKVEpESlRJeWFDVXlNaVV6UVRrNUpUSkRKVEl5ZVNVeU1pVXpRVFF6T1M0MUpUSkRKVEl5WVc1bmJHVWxNaklsTTBFd0pUZEVKVEpESlRJeWNHRjBhQ1V5TWlVelFTVTFRaVUzUW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WJHbHVaVk4wZVd4bEpUSXlKVE5CSlRkQ0pUSXliR2x1WlZkcFpIUm9KVEl5SlROQk15VTNSQ1V5UXlVeU1tTm9hV3hrY21WdUpUSXlKVE5CSlRWQ0pUVkVKVEpESlRJeWNtVnphWHBsUkdseUpUSXlKVE5CSlRWQ0pUSXlkR3dsTWpJbE1rTWxNakowY2lVeU1pVXlReVV5TW1KeUpUSXlKVEpESlRJeVltd2xNaklsTWtNbE1qSnNKVEl5SlRKREpUSXlkQ1V5TWlVeVF5VXlNbklsTWpJbE1rTWxNakppSlRJeUpUVkVKVEpESlRJeWJtRnRaU1V5TWlVelFTVXlNbkpsWTNSaGJtZHNaU1V5TWlVeVF5VXlNbVpwYkd4VGRIbHNaU1V5TWlVelFTVTNRaVV5TW1OdmJHOXlKVEl5SlROQkpUSXlNVGt4SlRKRE1Ua3hKVEpETVRreEpUSXlKVEpESlRJeWRIbHdaU1V5TWlVelFTVXlNbk52Ykdsa0pUSXlKVGRFSlRKREpUSXlkR2hsYldVbE1qSWxNMEVsTjBJbE4wUWxNa01sTWpKcFpDVXlNaVV6UVNVeU1taDZaR0ZEU1Vkd2NrWTNOalEzT1RFbE1qSWxNa01sTWpKaGRIUnlhV0oxZEdVbE1qSWxNMEVsTjBJbE1qSmpiMjUwWVdsdVpYSWxNaklsTTBGbVlXeHpaU1V5UXlVeU1uSnZkR0YwWVdKc1pTVXlNaVV6UVhSeWRXVWxNa01sTWpKMmFYTnBZbXhsSlRJeUpUTkJkSEoxWlNVeVF5VXlNbVpwZUdWa1RHbHVheVV5TWlVelFXWmhiSE5sSlRKREpUSXlZMjlzYkdGd2MyRmliR1VsTWpJbE0wRm1ZV3h6WlNVeVF5VXlNbU52Ykd4aGNITmxaQ1V5TWlVelFXWmhiSE5sSlRKREpUSXliR2x1YTJGaWJHVWxNaklsTTBGMGNuVmxKVEpESlRJeWJXRnlhMlZ5VDJabWMyVjBKVEl5SlROQk5TVTNSQ1V5UXlVeU1tTmhkR1ZuYjNKNUpUSXlKVE5CSlRJeVltRnphV01sTWpJbE1rTWxNakpzYjJOclpXUWxNaklsTTBGbVlXeHpaU1V5UXlVeU1tZHliM1Z3SlRJeUpUTkJKVEl5U21GcFFuWnRVMEp5ZERZNU16TTNOQ1V5TWlVM1JDVXlReVV5TWtkelIzQjNjR2hIVEVzME16QXlNVEVsTWpJbE0wRWxOMElsTWpKd1lYSmxiblFsTWpJbE0wRWxNaklsTWpJbE1rTWxNakpzYVc1ckpUSXlKVE5CSlRJeUpUSXlKVEpESlRJeWMyaGhjR1ZUZEhsc1pTVXlNaVV6UVNVM1FpVXlNbUZzY0doaEpUSXlKVE5CTVNVM1JDVXlReVV5TW5SbGVIUkNiRzlqYXlVeU1pVXpRU1UxUWlVM1FpVXlNbkJ2YzJsMGFXOXVKVEl5SlROQkpUZENKVEl5ZHlVeU1pVXpRU1V5TW5jbE1qSWxNa01sTWpKNEpUSXlKVE5CTUNVeVF5VXlNbWdsTWpJbE0wRWxNakpvSlRJeUpUSkRKVEl5ZVNVeU1pVXpRVEFsTjBRbE1rTWxNakowWlhoMEpUSXlKVE5CSlRJeVJWQkR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ZEdsMGJHVWxNaklsTTBFbE1qSWxSVFlsT1RZbE9EY2xSVFlsT1VNbFFVTWxNaklsTWtNbE1qSm1iMjUwVTNSNWJHVWxNaklsTTBFbE4wSWxNakp6YVhwbEpUSXlKVE5CTVRjbE1rTWxNakppYjJ4a0pUSXlKVE5CZEhKMVpTVTNSQ1V5UXlVeU1tUmhkR0ZCZEhSeWFXSjFkR1Z6SlRJeUpUTkJKVFZDSlRkQ0pUSXlibUZ0WlNVeU1pVXpRU1V5TWlWRk5TVkNRU1U0UmlWRk5TVTRSaVZDTnlVeU1pVXlReVV5TW1sa0pUSXlKVE5CSlRJeWNYVk5hMU5rUVVOR1FqVTNNRGd3TWlVeU1pVXlReVV5TW5SNWNHVWxNaklsTTBFbE1qSnVkVzFpWlhJbE1qSWxNa01sTWpKallYUmxaMjl5ZVNVeU1pVXpRU1V5TW1SbFptRjFiSFFsTWpJbE1rTWxNakoyWVd4MVpTVXlNaVV6UVNVeU1pVXlNaVUzUkNVeVF5VTNRaVV5TW01aGJXVWxNaklsTTBFbE1qSWxSVFVsT1RBbE9FUWxSVGNsUVRjbFFqQWxNaklsTWtNbE1qSnBaQ1V5TWlVelFTVXlNa1ZUU1VKT1JGSm5WV0k1T1RRek1qVWxNaklsTWtNbE1qSjBlWEJsSlRJeUpUTkJKVEl5YzNSeWFXNW5KVEl5SlRKREpUSXlZMkYwWldkdmNua2xNaklsTTBFbE1qSmtaV1poZFd4MEpUSXlKVEpESlRJeWRtRnNkV1VsTWpJbE0wRWxNaklsTWpJbE4wUWxNa01sTjBJbE1qSnVZVzFsSlRJeUpUTkJKVEl5SlVVMkpUZzVKVGd3SlVVMkpUbERKVGc1SlVVNEpUZ3dKVGcxSlRJeUpUSkRKVEl5YVdRbE1qSWxNMEVsTWpKUFRtTlVhMWxqYWxwT05EUXhOVGc0SlRJeUpUSkRKVEl5ZEhsd1pTVXlNaVV6UVNVeU1uTjBjbWx1WnlVeU1pVXlReVV5TW1OaGRHVm5iM0o1SlRJeUpUTkJKVEl5WkdWbVlYVnNkQ1V5TWlVeVF5VXlNblpoYkhWbEpUSXlKVE5CSlRJeUpUSXlKVGRFSlRKREpUZENKVEl5Ym1GdFpTVXlNaVV6UVNVeU1pVkZPQ1ZDUmlVNVJTVkZOaVU0UlNWQk5TVXlNaVV5UXlVeU1tbGtKVEl5SlROQkpUSXlkbHBDUzFkcVRXcHVVRE15TVRjeU5DVXlNaVV5UXlVeU1uUjVjR1VsTWpJbE0wRWxNakpzYVc1ckpUSXlKVEpESlRJeVkyRjBaV2R2Y25rbE1qSWxNMEVsTWpKa1pXWmhkV3gwSlRJeUpUSkRKVEl5ZG1Gc2RXVWxNaklsTTBFbE1qSWxNaklsTjBRbE1rTWxOMElsTWpKdVlXMWxKVEl5SlROQkpUSXlKVVUwSlVKRkpVSkdKVVUzSlVGREpVSkJKVEl5SlRKREpUSXlhV1FsTWpJbE0wRWxNakppWjBaMFYwRkxTMVJ1TXpJeE56STVKVEl5SlRKREpUSXlkSGx3WlNVeU1pVXpRU1V5TW5OMGNtbHVaeVV5TWlVeVF5VXlNbU5oZEdWbmIzSjVKVEl5SlROQkpUSXlaR1ZtWVhWc2RDVXlNaVV5UXlVeU1uWmhiSFZsSlRJeUpUTkJKVEl5SlRJeUpUZEVKVFZFSlRKREpUSXljSEp2Y0hNbE1qSWxNMEVsTjBJbE1qSjZhVzVrWlhnbE1qSWxNMEV5TWlVeVF5VXlNbmNsTWpJbE0wRTRNeVV5UXlVeU1uZ2xNaklsTTBFeE9EY3VPVFF4TVRjMk5EY3dOVGc0TWpZbE1rTWxNakpvSlRJeUpUTkJOREFsTWtNbE1qSjVKVEl5SlROQk5EUXpMamN5TWpJeU1qSXlNakl5TWpJekpUSkRKVEl5WVc1bmJHVWxNaklsTTBFd0pUZEVKVEpESlRJeWNHRjBhQ1V5TWlVelFTVTFRaVUzUWlVeU1teHBibVZUZEhsc1pTVXlNaVV6UVNVM1FpVXlNbXhwYm1WWGFXUjBhQ1V5TWlVelFUQWxOMFFsTWtNbE1qSm1hV3hzVTNSNWJHVWxNaklsTTBFbE4wSWxNakowZVhCbEpUSXlKVE5CSlRJeWJtOXVaU1V5TWl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mRwWkhSb0pUSXlKVE5CTVM0MUpUZEVKVEpESlRJeVkyaHBiR1J5Wlc0bE1qSWxNMEVsTlVJbE5VUWxNa01sTWpKeVpYTnBlbVZFYVhJbE1qSWxNMEVsTlVJbE1qSjBiQ1V5TWlVeVF5VXlNblJ5SlRJeUpUSkRKVEl5WW5JbE1qSWxNa01sTWpKaWJDVXlNaVV5UXlVeU1td2xNaklsTWtNbE1qSjBKVEl5SlRKREpUSXljaVV5TWlVeVF5VXlNbUlsTWpJbE5VUWxNa01sTWpKdVlXMWxKVEl5SlROQkpUSXlkR1Y0ZENVeU1pVXlReVV5TW1acGJHeFRkSGxzWlNVeU1pVXpRU1UzUWlVM1JDVXlReVV5TW5Sb1pXMWxKVEl5SlROQkpUZENKVGRFSlRKREpUSXlhV1FsTWpJbE0wRWxNakpIYzBkd2QzQm9SMHhMTkRNd01qRXhKVEl5SlRKREpUSXlZWFIwY21saWRYUmxKVEl5SlROQkpUZENKVEl5WTI5dWRHRnBibVZ5SlRJeUpUTkJabUZzYzJVbE1rTWxNakp5YjNSaGRHRmliR1VsTWpJbE0wRjBjblZsSlRKREpUSXlkbWx6YVdKc1pTVXlNaVV6UVhSeWRXVWxNa01sTWpKbWFYaGxaRXhwYm1zbE1qSWxNMEZtWVd4elpTVXlReVV5TW1OdmJHeGhjSE5oWW14bEpUSXlKVE5CWm1Gc2MyVWxNa01sTWpKamIyeHNZWEJ6WldRbE1qSWxNMEZtWVd4elpTVXlReVV5TW14cGJtdGhZbXhsSlRJeUpUTkJkSEoxWlNVeVF5VXlNbTFoY210bGNrOW1abk5sZENVeU1pVXpRVFVsTjBRbE1rTWxNakpqWVhSbFoyOXllU1V5TWlVelFTVXlNbUpoYzJsakpUSXlKVEpESlRJeWJHOWphMlZrSlRJeUpUTkJabUZzYzJVbE1rTWxNakpuY205MWNDVXlNaVV6UVNVeU1rcGhhVUoyYlZOQ2NuUTJPVE16TnpRbE1qSWxOMFFsTWtNbE1qSnFla1ZJV0hGM2VFcHRORFl5TkRBd0pUSXlKVE5CSlRkQ0pUSXljR0Z5Wlc1MEpUSXlKVE5CSlRJeUpUSXlKVEpESlRJeWJHbHVheVV5TWlVelFTVXlNaVV5TWlVeVF5VXlNbk5vWVhCbFUzUjViR1VsTWpJbE0wRWxOMElsTWpKaGJIQm9ZU1V5TWlVelFURWxOMFFsTWtNbE1qSjBaWGgwUW14dlkyc2xNaklsTTBFbE5VSWxOMElsTWpKd2IzTnBkR2x2YmlVeU1pVXpRU1UzUWlVeU1uY2xNaklsTTBFbE1qSjNMVEl3SlRJeUpUSkRKVEl5ZUNVeU1pVXpRVEV3SlRKREpUSXlhQ1V5TWlVelFTVXlNbWdsTWpJbE1rTWxNako1SlRJeUpUTkJNQ1UzUkNVeVF5VXlNblJsZUhRbE1qSWxNMEVsTWpKSVJFWlR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ZEdsMGJHVWxNaklsTTBFbE1qSWxSVGNsT1VZbFFUa2xSVFVsUWtRbFFUSWxNaklsTWtNbE1qSm1iMjUwVTNSNWJHVWxNaklsTTBFbE4wSWxNakp6YVhwbEpUSXlKVE5CTVRZbE1rTWxNakppYjJ4a0pUSXlKVE5CZEhKMVpTVTNSQ1V5UXlVeU1tUmhkR0ZCZEhSeWFXSjFkR1Z6SlRJeUpUTkJKVFZDSlRkQ0pUSXlibUZ0WlNVeU1pVXpRU1V5TWlWRk5TVkNRU1U0UmlWRk5TVTRSaVZDTnlVeU1pVXlReVV5TW1sa0pUSXlKVE5CSlRJeVQxbGxRMnh4YjBKa1ZUWTRNVFkzTkNVeU1pVXlReVV5TW5SNWNHVWxNaklsTTBFbE1qSnVkVzFpWlhJbE1qSWxNa01sTWpKallYUmxaMjl5ZVNVeU1pVXpRU1V5TW1SbFptRjFiSFFsTWpJbE1rTWxNakoyWVd4MVpTVXlNaVV6UVNVeU1pVXlNaVUzUkNVeVF5VTNRaVV5TW01aGJXVWxNaklsTTBFbE1qSWxSVFVsT1RBbE9FUWxSVGNsUVRjbFFqQWxNaklsTWtNbE1qSnBaQ1V5TWlVelFTVXlNbFZSUkVkclEyaG1aMVUxTkRjd01UZ2xNaklsTWtNbE1qSjBlWEJsSlRJeUpUTkJKVEl5YzNSeWFXNW5KVEl5SlRKREpUSXlZMkYwWldkdmNua2xNaklsTTBFbE1qSmtaV1poZFd4MEpUSXlKVEpESlRJeWRtRnNkV1VsTWpJbE0wRWxNaklsTWpJbE4wUWxNa01sTjBJbE1qSnVZVzFsSlRJeUpUTkJKVEl5SlVVMkpUZzVKVGd3SlVVMkpUbERKVGc1SlVVNEpUZ3dKVGcxSlRJeUpUSkRKVEl5YVdRbE1qSWxNMEVsTWpKT1EwdEVSa2hOWkd0M09Ua3lNelk0SlRJeUpUSkRKVEl5ZEhsd1pTVXlNaVV6UVNVeU1uTjBjbWx1WnlVeU1pVXlReVV5TW1OaGRHVm5iM0o1SlRJeUpUTkJKVEl5WkdWbVlYVnNkQ1V5TWlVeVF5VXlNblpoYkhWbEpUSXlKVE5CSlRJeUpUSXlKVGRFSlRKREpUZENKVEl5Ym1GdFpTVXlNaVV6UVNVeU1pVkZPQ1ZDUmlVNVJTVkZOaVU0UlNWQk5TVXlNaVV5UXlVeU1tbGtKVEl5SlROQkpUSXlaa1Z5U0dKQmExVnNjamc1TnpVNE5TVXlNaVV5UXlVeU1uUjVjR1VsTWpJbE0wRWxNakpzYVc1ckpUSXlKVEpESlRJeVkyRjBaV2R2Y25rbE1qSWxNMEVsTWpKa1pXWmhkV3gwSlRJeUpUSkRKVEl5ZG1Gc2RXVWxNaklsTTBFbE1qSWxNaklsTjBRbE1rTWxOMElsTWpKdVlXMWxKVEl5SlROQkpUSXlKVVUwSlVKRkpVSkdKVVUzSlVGREpVSkJKVEl5SlRKREpUSXlhV1FsTWpJbE0wRWxNakpOZDB4RmMySndlbTVpTkRrek5ESXdKVEl5SlRKREpUSXlkSGx3WlNVeU1pVXpRU1V5TW5OMGNtbHVaeVV5TWlVeVF5VXlNbU5oZEdWbmIzSjVKVEl5SlROQkpUSXlaR1ZtWVhWc2RDVXlNaVV5UXlVeU1uWmhiSFZsSlRJeUpUTkJKVEl5SlRJeUpUZEVKVFZFSlRKREpUSXljSEp2Y0hNbE1qSWxNMEVsTjBJbE1qSjZhVzVrWlhnbE1qSWxNMEV5TXlVeVF5VXlNbmNsTWpJbE0wRTJPU1V5UXlVeU1uZ2xNaklsTTBFeE9UVXVNREF3TURBd01EQXdNREF3TURZbE1rTWxNakpvSlRJeUpUTkJNellsTWtNbE1qSjVKVEl5SlROQk5EZzFMak01TlRReU5EZ3pOall3TVRNbE1rTWxNakpoYm1kc1pTVXlNaVV6UVRB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VjJsa2RHZ2xNaklsTTBFekpUZEVKVEpESlRJeVkyaHBiR1J5Wlc0bE1qSWxNMEVsTlVJbE5VUWxNa01sTWpKeVpYTnBlbVZFYVhJbE1qSWxNMEVsTlVJbE1qSjBiQ1V5TWlVeVF5VXlNblJ5SlRJeUpUSkRKVEl5WW5JbE1qSWxNa01sTWpKaWJDVXlNaVV5UXlVeU1td2xNaklsTWtNbE1qSjBKVEl5SlRKREpUSXljaVV5TWlVeVF5VXlNbUlsTWpJbE5VUWxNa01sTWpKdVlXMWxKVEl5SlROQkpUSXljbVZqZEdGdVoyeGxKVEl5SlRKREpUSXlabWxzYkZOMGVXeGxKVEl5SlROQkpUZENKVEl5WTI5c2IzSWxNaklsTTBFbE1qSXlNVEFsTWtNeU1UUWxNa015TkRrbE1qSWxNa01sTWpKMGVYQmxKVEl5SlROQkpUSXljMjlzYVdRbE1qSWxOMFFsTWtNbE1qSjBhR1Z0WlNVeU1pVXpRU1UzUWlVM1JDVXlReVV5TW1sa0pUSXlKVE5CSlRJeWFucEZTRmh4ZDNoS2JUUTJNalF3TUNVeU1pVXlReVV5TW1GMGRISnBZblYwWlNVeU1pVXpRU1UzUWlVeU1tTnZiblJoYVc1bGNpVXlNaVV6UVdaaGJITmxKVEpESlRJeWNtOTBZWFJoWW14bEpUSXlKVE5CZEhKMVpTVXlReVV5TW5acGMybGliR1VsTWpJbE0wRjBjblZsSlRKREpUSXlabWw0WldSTWFXNXJKVEl5SlROQlptRnNjMlVsTWtNbE1qSmpiMnhzWVhCellXSnNaU1V5TWlVelFXWmhiSE5sSlRKREpUSXlZMjlzYkdGd2MyVmtKVEl5SlROQlptRnNjMlVsTWtNbE1qSnNhVzVyWVdKc1pTVXlNaVV6UVhSeWRXVWxNa01sTWpKdFlYSnJaWEpQWm1aelpYUWxNaklsTTBFMUpUZEVKVEpESlRJeVkyRjBaV2R2Y25rbE1qSWxNMEVsTWpKaVlYTnBZeVV5TWlVeVF5VXlNbXh2WTJ0bFpDVXlNaVV6UVdaaGJITmxKVEpESlRJeVozSnZkWEFsTWpJbE0wRWxNakpLWVdsQ2RtMVRRbkowTmprek16YzBKVEl5SlRkRUpUSkRKVEl5WjBKTGFrSjVVSFJpZHpFME1qUXlNaV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uZ2xNaklsTTBFeE1DVXlReVV5TW1nbE1qSWxNMEVsTWpKb0pUSXlKVEpESlRJeWVTVXlNaVV6UVRBbE4wUWxNa01sTWpKMFpYaDBKVEl5SlROQkpUSXl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ZEdsMGJHVWxNaklsTTBFbE1qSWxSVGNsT1VZbFFUa2xSVFVsUWtRbFFUSWxNaklsTWtNbE1qSm1iMjUwVTNSNWJHVWxNaklsTTBFbE4wSWxOMFFsTWtNbE1qSmtZWFJoUVhSMGNtbGlkWFJsY3lVeU1pVXpRU1UxUWlVM1FpVXlNbTVoYldVbE1qSWxNMEVsTWpJbFJUVWxRa0VsT0VZbFJUVWxPRVlsUWpjbE1qSWxNa01sTWpKcFpDVXlNaVV6UVNVeU1sVkhaV04yVkZCbmJVc3dPRGcxTURrbE1qSWxNa01sTWpKMGVYQmxKVEl5SlROQkpUSXliblZ0WW1WeUpUSXlKVEpESlRJeVkyRjBaV2R2Y25rbE1qSWxNMEVsTWpKa1pXWmhkV3gwSlRJeUpUSkRKVEl5ZG1Gc2RXVWxNaklsTTBFbE1qSWxNaklsTjBRbE1rTWxOMElsTWpKdVlXMWxKVEl5SlROQkpUSXlKVVUxSlRrd0pUaEVKVVUzSlVFM0pVSXdKVEl5SlRKREpUSXlhV1FsTWpJbE0wRWxNakoxVm1WMGFXeExRVUpZTXpFME1UVXlKVEl5SlRKREpUSXlkSGx3WlNVeU1pVXpRU1V5TW5OMGNtbHVaeVV5TWlVeVF5VXlNbU5oZEdWbmIzSjVKVEl5SlROQkpUSXlaR1ZtWVhWc2RDVXlNaVV5UXlVeU1uWmhiSFZsSlRJeUpUTkJKVEl5SlRJeUpUZEVKVEpESlRkQ0pUSXlibUZ0WlNVeU1pVXpRU1V5TWlWRk5pVTRPU1U0TUNWRk5pVTVReVU0T1NWRk9DVTRNQ1U0TlNVeU1pVXlReVV5TW1sa0pUSXlKVE5CSlRJeVRtVk9VV3RVWjJ0dGN6YzBPREE1T1NVeU1pVXlReVV5TW5SNWNHVWxNaklsTTBFbE1qSnpkSEpwYm1jbE1qSWxNa01sTWpKallYUmxaMjl5ZVNVeU1pVXpRU1V5TW1SbFptRjFiSFFsTWpJbE1rTWxNakoyWVd4MVpTVXlNaVV6UVNVeU1pVXlNaVUzUkNVeVF5VTNRaVV5TW01aGJXVWxNaklsTTBFbE1qSWxSVGdsUWtZbE9VVWxSVFlsT0VVbFFUVWxNaklsTWtNbE1qSnBaQ1V5TWlVelFTVXlNbTVxVTBSNFNXUnFaMDg1TlRJd09UWWxNaklsTWtNbE1qSjBlWEJsSlRJeUpUTkJKVEl5YkdsdWF5VXlNaVV5UXlVeU1tTmhkR1ZuYjNKNUpUSXlKVE5CSlRJeVpHVm1ZWFZzZENVeU1pVXlReVV5TW5aaGJIVmxKVEl5SlROQkpUSXlKVEl5SlRkRUpUSkRKVGRDSlRJeWJtRnRaU1V5TWlVelFTVXlNaVZGTkNWQ1JTVkNSaVZGTnlWQlF5VkNRU1V5TWlVeVF5VXlNbWxrSlRJeUpUTkJKVEl5V1dGWFptcHNXbko1U3pnNE5qUTRPU1V5TWlVeVF5VXlNblI1Y0dVbE1qSWxNMEVsTWpKemRISnBibWNsTWpJbE1rTWxNakpqWVhSbFoyOXllU1V5TWlVelFTVXlNbVJsWm1GMWJIUWxNaklsTWtNbE1qSjJZV3gxWlNVeU1pVXpRU1V5TWlVeU1pVTNSQ1UxUkNVeVF5VXlNbkJ5YjNCekpUSXlKVE5CSlRkQ0pUSXllbWx1WkdWNEpUSXlKVE5CTWpRbE1rTWxNakozSlRJeUpUTkJPVE1sTWtNbE1qSjRKVEl5SlROQk16SXpMalVsTWtNbE1qSm9KVEl5SlROQk9Ua2xNa01sTWpKNUpUSXlKVE5CTkRNNUxqVWxNa01sTWpKaGJtZHNaU1V5TWlVelFUQWxOMFFsTWtNbE1qSndZWFJvSlRJeUpUTkJKVFZDSlRkQ0pUSXlZV04wYVc5dWN5VXlNaVV6UVNVMVFpVTNRaVV5TW5nbE1qSWxNMEVsTWpJd0pUSXlKVEpESlRJeVlXTjBhVzl1SlRJeUpUTkJKVEl5Ylc5MlpTVXlNaVV5UXlVeU1ua2xNaklsTTBFbE1qSXdKVEl5SlRkRUpUSkRKVGRDSlRJeWVDVXlNaVV6UVNVeU1uY2xNaklsTWtNbE1qSmhZM1JwYjI0bE1qSWxNMEVsTWpKc2FXNW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nNhVzVsVTNSNWJHVWxNaklsTTBFbE4wSWxNakpzYVc1bFYybGtkR2dsTWpJbE0wRXpKVGRFSlRKREpUSXlZMmhwYkdSeVpXNGxNaklsTTBFbE5VSWxOVVFsTWtNbE1qSnlaWE5wZW1WRWFYSWxNaklsTTBFbE5VSWxNakowYkNVeU1pVXlReVV5TW5SeUpUSXlKVEpESlRJeVluSWxNaklsTWtNbE1qSmliQ1V5TWlVeVF5VXlNbXdsTWpJbE1rTWxNakowSlRJeUpUSkRKVEl5Y2lVeU1pVXlReVV5TW1JbE1qSWxOVVFsTWtNbE1qSnVZVzFsSlRJeUpUTkJKVEl5Y21WamRHRnVaMnhsSlRJeUpUSkRKVEl5Wm1sc2JGTjBlV3hsSlRJeUpUTkJKVGRDSlRJeVkyOXNiM0lsTWpJbE0wRWxNakl4T1RFbE1rTXhPVEVsTWtNeE9URWxNaklsTWtNbE1qSjBlWEJsSlRJeUpUTkJKVEl5YzI5c2FXUWxNaklsTjBRbE1rTWxNakowYUdWdFpTVXlNaVV6UVNVM1FpVTNSQ1V5UXlVeU1tbGtKVEl5SlROQkpUSXlaMEpMYWtKNVVIUmlkekUwTWpReU1p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EpUSXlaM0p2ZFhBbE1qSWxNMEVsTWpKS1lXbENkbTFUUW5KME5qa3pNemMwSlRJeUpUZEVKVEpESlRJeVJYUkpXRWhrZFdKRVdEYzBNalE0TVNVeU1pVXpRU1UzUWlVeU1uQmhjbVZ1ZENVeU1pVXpRU1V5TWlVeU1pVXlReVV5TW14cGJtc2xNaklsTTBFbE1qSWxNaklsTWtNbE1qSnphR0Z3WlZOMGVXeGxKVEl5SlROQkpUZENKVEl5WVd4d2FHRWxNaklsTTBFeEpUZEVKVEpESlRJeWRHVjRkRUpzYjJOckpUSXlKVE5CSlRWQ0pUZENKVEl5Y0c5emFYUnBiMjRsTWpJbE0wRWxOMElsTWpKM0pUSXlKVE5CSlRJeWR5VXlNaVV5UXlVeU1uZ2xNaklsTTBFd0pUSkRKVEl5YUNVeU1pVXpRU1V5TW1nbE1qSWxNa01sTWpKNUpUSXlKVE5CTUNVM1JDVXlReVV5TW5SbGVIUWxNaklsTTBFbE1qSkZVRU1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MGFYUnNaU1V5TWlVelFTVXlNaVZGTmlVNU5pVTROeVZGTmlVNVF5VkJReVV5TWlVeVF5VXlNbVp2Ym5SVGRIbHNaU1V5TWlVelFTVTNRaVV5TW5OcGVtVWxNaklsTTBFeE55VXlReVV5TW1KdmJHUWxNaklsTTBGMGNuVmxKVGRFSlRKREpUSXlaR0YwWVVGMGRISnBZblYwWlhNbE1qSWxNMEVsTlVJbE4wSWxNakp1WVcxbEpUSXlKVE5CSlRJeUpVVTFKVUpCSlRoR0pVVTFKVGhHSlVJM0pUSXlKVEpESlRJeWFXUWxNaklsTTBFbE1qSlNXVTF0UjJWdlUxUktPVE16TnpBNUpUSXlKVEpESlRJeWRIbHdaU1V5TWlVelFTVXlNbTUxYldKbGNpVXlNaVV5UXlVeU1tTmhkR1ZuYjNKNUpUSXlKVE5CSlRJeVpHVm1ZWFZzZENVeU1pVXlReVV5TW5aaGJIVmxKVEl5SlROQkpUSXlKVEl5SlRkRUpUSkRKVGRDSlRJeWJtRnRaU1V5TWlVelFTVXlNaVZGTlNVNU1DVTRSQ1ZGTnlWQk55VkNNQ1V5TWlVeVF5VXlNbWxrSlRJeUpUTkJKVEl5YmxkdVNrdEhXRkp1VFRRME1UZzBOU1V5TWlVeVF5VXlNblI1Y0dVbE1qSWxNMEVsTWpKemRISnBibWNsTWpJbE1rTWxNakpqWVhSbFoyOXllU1V5TWlVelFTVXlNbVJsWm1GMWJIUWxNaklsTWtNbE1qSjJZV3gxWlNVeU1pVXpRU1V5TWlVeU1pVTNSQ1V5UXlVM1FpVXlNbTVoYldVbE1qSWxNMEVsTWpJbFJUWWxPRGtsT0RBbFJUWWxPVU1sT0RrbFJUZ2xPREFsT0RVbE1qSWxNa01sTWpKcFpDVXlNaVV6UVNVeU1raFVlVTkzYzBsc2Nsb3pOREV6T0RFbE1qSWxNa01sTWpKMGVYQmxKVEl5SlROQkpUSXljM1J5YVc1bkpUSXlKVEpESlRJeVkyRjBaV2R2Y25rbE1qSWxNMEVsTWpKa1pXWmhkV3gwSlRJeUpUSkRKVEl5ZG1Gc2RXVWxNaklsTTBFbE1qSWxNaklsTjBRbE1rTWxOMElsTWpKdVlXMWxKVEl5SlROQkpUSXlKVVU0SlVKR0pUbEZKVVUySlRoRkpVRTFKVEl5SlRKREpUSXlhV1FsTWpJbE0wRWxNakp4WlU5R1ZXbGpkMVZTTkRreE5EUXpKVEl5SlRKREpUSXlkSGx3WlNVeU1pVXpRU1V5TW14cGJtc2xNaklsTWtNbE1qSmpZWFJsWjI5eWVTVXlNaVV6UVNVeU1tUmxabUYxYkhRbE1qSWxNa01sTWpKMllXeDFaU1V5TWlVelFTVXlNaVV5TWlVM1JDVXlReVUzUWlVeU1tNWhiV1VsTWpJbE0wRWxNaklsUlRRbFFrVWxRa1lsUlRjbFFVTWxRa0VsTWpJbE1rTWxNakpwWkNVeU1pVXpRU1V5TWxCQmNXeGFaMjlDWWtFeU9EQTFNalVsTWpJbE1rTWxNakowZVhCbEpUSXlKVE5CSlRJeWMzUnlhVzVuSlRJeUpUSkRKVEl5WTJGMFpXZHZjbmtsTWpJbE0wRWxNakprWldaaGRXeDBKVEl5SlRKREpUSXlkbUZzZFdVbE1qSWxNMEVsTWpJbE1qSWxOMFFsTlVRbE1rTWxNakp3Y205d2N5VXlNaVV6UVNVM1FpVXlNbnBwYm1SbGVDVXlNaVV6UVRJMUpUSkRKVEl5ZHlVeU1pVXpRVGd6SlRKREpUSXllQ1V5TWlVelFUTXlPQzQxSlRKREpUSXlhQ1V5TWlVelFUUXdKVEpESlRJeWVTVXlNaVV6UVRRME15NDNNakl5TWpJeU1qSXlNakl5TXlVeVF5VXlNbUZ1WjJ4bEpUSXlKVE5CTUNVM1JDVXlReVV5TW5CaGRHZ2xNaklsTTBFbE5VSWxOMElsTWpKc2FXNWxVM1I1YkdVbE1qSWxNMEVsTjBJbE1qSnNhVzVsVjJsa2RHZ2xNaklsTTBFd0pUZEVKVEpESlRJeVptbHNiRk4wZVd4bEpUSXlKVE5CSlRkQ0pUSXlkSGx3WlNVeU1pVXpRU1V5TW01dmJtVWxNaklsTjBRbE1rTWxNakpoWTNScGIyNXpKVEl5SlROQkpUVkNKVGRDSlRJeWVDVXlNaVV6UVNVeU1qQWxNaklsTWtNbE1qSmhZM1JwYjI0bE1qSWxNMEVsTWpKdGIzWmxKVEl5SlRKREpUSXllU1V5TWlVelFTVXlNakFsTWpJbE4wUWxNa01sTjBJbE1qSjRKVEl5SlROQkpUSXlkeVV5TWlVeVF5VXlNbUZqZEdsdmJpVXlNaVV6UVNVeU1teHBibVVsTWpJbE1rTWxNako1SlRJeUpUTkJKVEl5TUNVeU1pVTNSQ1V5UXlVM1FpVXlNbmdsTWpJbE0wRWxNakozSlRJeUpUSkRKVEl5WVdOMGFXOXVKVEl5SlROQkpUSXliR2x1WlNVeU1pVXlReVV5TW5rbE1qSWxNMEVsTWpKb0pUSXlKVGRFSlRKREpUZENKVEl5ZUNVeU1pVXpRU1V5TWpBbE1qSWxNa01sTWpKaFkzUnBiMjRsTWpJbE0wRWxNakpzYVc1bEpUSXlKVEpESlRJeWVTVXlNaVV6UVNVeU1tZ2xNaklsTjBRbE1rTWxOMElsTWpKaFkzUnBiMjRsTWpJbE0wRWxNakpqYkc5elpTVXlNaVUzUkNVMVJDVTNSQ1UxUkNVeVF5VXlNbXhwYm1WVGRIbHNaU1V5TWlVelFTVTNRaVV5TW14cGJtVlhhV1IwYUNVeU1pVXpRVEV1TlNVM1JDVXlReVV5TW1Ob2FXeGtjbVZ1SlRJeUpUTkJKVFZDSlRWRUpUSkRKVEl5Y21WemFYcGxSR2x5SlRJeUpUTkJKVFZDSlRJeWRHd2xNaklsTWtNbE1qSjBjaVV5TWlVeVF5VXlNbUp5SlRJeUpUSkRKVEl5WW13bE1qSWxNa01sTWpKc0pUSXlKVEpESlRJeWRDVXlNaVV5UXlVeU1uSWxNaklsTWtNbE1qSmlKVEl5SlRWRUpUSkRKVEl5Ym1GdFpTVXlNaVV6UVNVeU1uUmxlSFFsTWpJbE1rTWxNakptYVd4c1UzUjViR1VsTWpJbE0wRWxOMElsTjBRbE1rTWxNakowYUdWdFpTVXlNaVV6UVNVM1FpVTNSQ1V5UXlVeU1tbGtKVEl5SlROQkpUSXlSWFJKV0Voa2RXSkVXRGMwTWpRNE1T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mlZWE5wWXlVeU1pVXlReVV5TW14dlkydGxaQ1V5TWlVelFXWmhiSE5sSlRKREpUSXlaM0p2ZFhBbE1qSWxNMEVsTWpKS1lXbENkbTFUUW5KME5qa3pNemMwSlRJeUpUZEVKVEpESlRJeWMzUjNRM0p6VlhwSGNqZzFOekU0T1NVeU1pVXpRU1UzUWlVeU1uQmhjbVZ1ZENVeU1pVXpRU1V5TWlVeU1pVXlReVV5TW14cGJtc2xNaklsTTBFbE1qSWxNaklsTWtNbE1qSnphR0Z3WlZOMGVXeGxKVEl5SlROQkpUZENKVEl5WVd4d2FHRWxNaklsTTBFeEpUZEVKVEpESlRJeWRHVjRkRUpzYjJOckpUSXlKVE5CSlRWQ0pUZENKVEl5Y0c5emFYUnBiMjRsTWpJbE0wRWxOMElsTWpKM0pUSXlKVE5CSlRJeWR5MHlNQ1V5TWlVeVF5VXlNbmdsTWpJbE0wRXhNQ1V5UXlVeU1tZ2xNaklsTTBFbE1qSm9KVEl5SlRKREpUSXllU1V5TWlVelFUQWxOMFFsTWtNbE1qSjBaWGgwSlRJeUpUTkJKVEl5U0VSR1V5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NKVGxHSlVFNUpVVTFKVUpFSlVFeUpUSXlKVEpESlRJeVptOXVkRk4wZVd4bEpUSXlKVE5CSlRkQ0pUSXljMmw2WlNVeU1pVXpRVEUySlRKREpUSXlZbTlzWkNVeU1pVXpRWFJ5ZFdVbE4wUWxNa01sTWpKa1lYUmhRWFIwY21saWRYUmxjeVV5TWlVelFTVTFRaVUzUWlVeU1tNWhiV1VsTWpJbE0wRWxNaklsUlRVbFFrRWxPRVlsUlRVbE9FWWxRamNsTWpJbE1rTWxNakpwWkNVeU1pVXpRU1V5TWtKWlIwZDVkR1YwVG04d01qWTBNREVsTWpJbE1rTWxNakowZVhCbEpUSXlKVE5CSlRJeWJuVnRZbVZ5SlRJeUpUSkRKVEl5WTJGMFpXZHZjbmtsTWpJbE0wRWxNakprWldaaGRXeDBKVEl5SlRKREpUSXlkbUZzZFdVbE1qSWxNMEVsTWpJbE1qSWxOMFFsTWtNbE4wSWxNakp1WVcxbEpUSXlKVE5CSlRJeUpVVTFKVGt3SlRoRUpVVTNKVUUzSlVJd0pUSXlKVEpESlRJeWFXUWxNaklsTTBFbE1qSnZUbGxCYTFsc2RXTm9PVEV5TXpRNEpUSXlKVEpESlRJeWRIbHdaU1V5TWlVelFTVXlNbk4wY21sdVp5VXlNaVV5UXlVeU1tTmhkR1ZuYjNKNUpUSXlKVE5CSlRJeVpHVm1ZWFZzZENVeU1pVXlReVV5TW5aaGJIVmxKVEl5SlROQkpUSXlKVEl5SlRkRUpUSkRKVGRDSlRJeWJtRnRaU1V5TWlVelFTVXlNaVZGTmlVNE9TVTRNQ1ZGTmlVNVF5VTRPU1ZGT0NVNE1DVTROU1V5TWlVeVF5VXlNbWxrSlRJeUpUTkJKVEl5YVhOTllXUldTWEpOUVRFd056QTRPU1V5TWlVeVF5VXlNblI1Y0dVbE1qSWxNMEVsTWpKemRISnBibWNsTWpJbE1rTWxNakpqWVhSbFoyOXllU1V5TWlVelFTVXlNbVJsWm1GMWJIUWxNaklsTWtNbE1qSjJZV3gxWlNVeU1pVXpRU1V5TWlVeU1pVTNSQ1V5UXlVM1FpVXlNbTVoYldVbE1qSWxNMEVsTWpJbFJUZ2xRa1lsT1VVbFJUWWxPRVVsUVRVbE1qSWxNa01sTWpKcFpDVXlNaVV6UVNVeU1uVjVSRWRaUjJGUGFta3hORE0xTURJbE1qSWxNa01sTWpKMGVYQmxKVEl5SlROQkpUSXliR2x1YXlVeU1pVXlReVV5TW1OaGRHVm5iM0o1SlRJeUpUTkJKVEl5WkdWbVlYVnNkQ1V5TWlVeVF5VXlNblpoYkhWbEpUSXlKVE5CSlRJeUpUSXlKVGRFSlRKREpUZENKVEl5Ym1GdFpTVXlNaVV6UVNVeU1pVkZOQ1ZDUlNWQ1JpVkZOeVZCUXlWQ1FTVXlNaVV5UXlVeU1tbGtKVEl5SlROQkpUSXlTbWhpV2taQlIzTnZjelE1TVRjMk9TVXlNaVV5UXlVeU1uUjVjR1VsTWpJbE0wRWxNakp6ZEhKcGJtY2xNaklsTWtNbE1qSmpZWFJsWjI5eWVTVXlNaVV6UVNVeU1tUmxabUYxYkhRbE1qSWxNa01sTWpKMllXeDFaU1V5TWlVelFTVXlNaVV5TWlVM1JDVTFSQ1V5UXlVeU1uQnliM0J6SlRJeUpUTkJKVGRDSlRJeWVtbHVaR1Y0SlRJeUpUTkJNallsTWtNbE1qSjNKVEl5SlROQk5qa2xNa01sTWpKNEpUSXlKVE5CTXpNMUxqVTFPRGd5TXpVeU9UUXhNVGdsTWtNbE1qSm9KVEl5SlROQk16WWxNa01sTWpKNUpUSXlKVE5CTkRnMUxqTTVOVFF5TkRnek5qWXdNVEkxSlRKREpUSXlZVzVuYkdVbE1qSWxNMEV3SlRkRUpUSkRKVEl5Y0dGMGFDVXlNaVV6UVNVMVFpVTNRa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mRwWkhSb0pUSXlKVE5CTXlVM1JDVXlReVV5TW1Ob2FXeGtjbVZ1SlRJeUpUTkJKVFZDSlRWRUpUSkRKVEl5Y21WemFYcGxSR2x5SlRJeUpUTkJKVFZDSlRJeWRHd2xNaklsTWtNbE1qSjBjaVV5TWlVeVF5VXlNbUp5SlRJeUpUSkRKVEl5WW13bE1qSWxNa01sTWpKc0pUSXlKVEpESlRJeWRDVXlNaVV5UXlVeU1uSWxNaklsTWtNbE1qSmlKVEl5SlRWRUpUSkRKVEl5Ym1GdFpTVXlNaVV6UVNVeU1uSmxZM1JoYm1kc1pTVXlNaVV5UXlVeU1tWnBiR3hUZEhsc1pTVXlNaVV6UVNVM1FpVXlNbU52Ykc5eUpUSXlKVE5CSlRJeU1qRXdKVEpETWpFMEpUSkRNalE1SlRJeUpUSkRKVEl5ZEhsd1pTVXlNaVV6UVNVeU1uTnZiR2xrSlRJeUpUZEVKVEpESlRJeWRHaGxiV1VsTWpJbE0wRWxOMElsTjBRbE1rTWxNakpwWkNVeU1pVXpRU1V5TW5OMGQwTnljMVY2UjNJNE5UY3hPRGtsTWpJbE1rTWxNakpoZEhSeWFXSjFkR1VsTWpJbE0wRWxOMElsTWpKamIyNTBZV2x1WlhJbE1qSWxNMEZtWVd4elpTVXlReVV5TW5KdmRHRjBZV0pzWlNVeU1pVXpRWFJ5ZFdVbE1rTWxNakoyYVhOcFlteGxKVEl5SlROQmRISjFaU1V5UXlVeU1tWnBlR1ZrVEdsdWF5VXlNaVV6UVdaaGJITmxKVEpESlRJeVkyOXNiR0Z3YzJGaWJHVWxNaklsTTBGbVlXeHpaU1V5UXlVeU1tTnZiR3hoY0hObFpDVXlNaVV6UVdaaGJITmxKVEpESlRJeWJHbHVhMkZpYkdVbE1qSWxNMEYwY25WbEpUSkRKVEl5YldGeWEyVnlUMlptYzJWMEpUSXlKVE5CTlNVM1JDVXlReVV5TW1OaGRHVm5iM0o1SlRJeUpUTkJKVEl5WW1GemFXTWxNaklsTWtNbE1qSnNiMk5yWldRbE1qSWxNMEZtWVd4elpTVXlReVV5TW1keWIzVndKVEl5SlROQkpUSXlTbUZwUW5adFUwSnlkRFk1TXpNM05DVXlNaVUzUkNVeVF5VXlNbTVHZUdsQldHdFFUM2t5TWpnek5USWxNaklsTTBFbE4wSWxNakp3WVhKbGJuUWxNaklsTTBFbE1qSWxNaklsTWtNbE1qSnNhVzVySlRJeUpUTkJKVEl5SlRJeUpUSkRKVEl5YzJoaGNHVlRkSGxzWlNVeU1pVXpRU1UzUWlVeU1tRnNjR2hoSlRJeUpUTkJNU1UzUkNVeVF5VXlNblJsZUhSQ2JHOWpheVV5TWlVelFTVTFRaVUzUWlVeU1uQnZjMmwwYVc5dUpUSXlKVE5CSlRkQ0pUSXlkeVV5TWlVelFTVXlNbmN0TWpBbE1qSWxNa01sTWpKNEpUSXlKVE5CTVRBbE1rTWxNakpvSlRJeUpUTkJKVEl5YUNVeU1pVXlReVV5TW5rbE1qSWxNMEV3SlRkRUpUSkRKVEl5ZEdWNGRDVXlNaVV6UVNVeU1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NKVGxHSlVFNUpVVTFKVUpFSlVFeUpUSXlKVEpESlRJeVptOXVkRk4wZVd4bEpUSXlKVE5CSlRkQ0pUZEVKVEpESlRJeVpHRjBZVUYwZEhKcFluVjBaWE1sTWpJbE0wRWxOVUlsTjBJbE1qSnVZVzFsSlRJeUpUTkJKVEl5SlVVMUpVSkJKVGhHSlVVMUpUaEdKVUkzSlRJeUpUSkRKVEl5YVdRbE1qSWxNMEVsTWpKc2FrTlRVa3hhYUVSRk1ETTROVE00SlRJeUpUSkRKVEl5ZEhsd1pTVXlNaVV6UVNVeU1tNTFiV0psY2lVeU1pVXlReVV5TW1OaGRHVm5iM0o1SlRJeUpUTkJKVEl5WkdWbVlYVnNkQ1V5TWlVeVF5VXlNblpoYkhWbEpUSXlKVE5CSlRJeUpUSXlKVGRFSlRKREpUZENKVEl5Ym1GdFpTVXlNaVV6UVNVeU1pVkZOU1U1TUNVNFJDVkZOeVZCTnlWQ01DVXlNaVV5UXlVeU1tbGtKVEl5SlROQkpUSXlXRzVUWlUxTGRXVkxkVE15TnpFeU5DVXlNaVV5UXlVeU1uUjVjR1VsTWpJbE0wRWxNakp6ZEhKcGJtY2xNaklsTWtNbE1qSmpZWFJsWjI5eWVTVXlNaVV6UVNVeU1tUmxabUYxYkhRbE1qSWxNa01sTWpKMllXeDFaU1V5TWlVelFTVXlNaVV5TWlVM1JDVXlReVUzUWlVeU1tNWhiV1VsTWpJbE0wRWxNaklsUlRZbE9Ea2xPREFsUlRZbE9VTWxPRGtsUlRnbE9EQWxPRFVsTWpJbE1rTWxNakpwWkNVeU1pVXpRU1V5TW1wdFZGcE5jMnBhUjFneE16WTFPVFFsTWpJbE1rTWxNakowZVhCbEpUSXlKVE5CSlRJeWMzUnlhVzVuSlRJeUpUSkRKVEl5WTJGMFpXZHZjbmtsTWpJbE0wRWxNakprWldaaGRXeDBKVEl5SlRKREpUSXlkbUZzZFdVbE1qSWxNMEVsTWpJbE1qSWxOMFFsTWtNbE4wSWxNakp1WVcxbEpUSXlKVE5CSlRJeUpVVTRKVUpHSlRsRkpVVTJKVGhGSlVFMUpUSXlKVEpESlRJeWFXUWxNaklsTTBFbE1qSjBlRWh5U1VoSlIxQlNPVGN4TXpjd0pUSXlKVEpESlRJeWRIbHdaU1V5TWlVelFTVXlNbXhwYm1zbE1qSWxNa01sTWpKallYUmxaMjl5ZVNVeU1pVXpRU1V5TW1SbFptRjFiSFFsTWpJbE1rTWxNakoyWVd4MVpTVXlNaVV6UVNVeU1pVXlNaVUzUkNVeVF5VTNRaVV5TW01aGJXVWxNaklsTTBFbE1qSWxSVFFsUWtVbFFrWWxSVGNsUVVNbFFrRWxNaklsTWtNbE1qSnBaQ1V5TWlVelFTVXlNa1JxVTJ0U1pIVlhTMFEwTURZNU5USWxNaklsTWtNbE1qSjBlWEJsSlRJeUpUTkJKVEl5YzNSeWFXNW5KVEl5SlRKREpUSXlZMkYwWldkdmNua2xNaklsTTBFbE1qSmtaV1poZFd4MEpUSXlKVEpESlRJeWRtRnNkV1VsTWpJbE0wRWxNaklsTWpJbE4wUWxOVVFsTWtNbE1qSndjbTl3Y3lVeU1pVXpRU1UzUWlVeU1ucHBibVJsZUNVeU1pVXpRVEkzSlRKREpUSXlkeVV5TWlVelFUa3pKVEpESlRJeWVDVXlNaVV6UVRRMU9TNHdOVGc0TWpNMU1qazBNVEUzSlRKREpUSXlhQ1V5TWlVelFUazVKVEpESlRJeWVTVXlNaVV6UVRRek9TNDFKVEpESlRJeVlXNW5iR1VsTWpJbE0wRXdKVGRFSlRKREpUSXljR0YwYUNVeU1pVXpRU1UxUWlVM1FpVXlNbUZqZEdsdmJuTWxNaklsTTBFbE5VSWxOMElsTWpKNEpUSXlKVE5CSlRJeU1DVXlNaVV5UXlVeU1tRmpkR2x2YmlVeU1pVXpRU1V5TW0xdmRtVWxNaklsTWtNbE1qSjVKVEl5SlROQkpUSXlNQ1V5TWlVM1JDVXlReVUzUWlVeU1uZ2xNaklsTTBFbE1qSjNKVEl5SlRKREpUSXlZV04wYVc5dUpUSXlKVE5CSlRJeWJHbHVaU1V5TWlVeVF5VXlNbmtsTWpJbE0wRWxNakl3SlRJeUpUZEVKVEpESlRkQ0pUSXllQ1V5TWlVelFTVXlNbmNsTWpJbE1rTWxNakpoWTNScGIyNGxNaklsTTBFbE1qSnNhVzVsSlRJeUpUSkRKVEl5ZVNVeU1pVXpRU1V5TW1nbE1qSWxOMFFsTWtNbE4wSWxNako0SlRJeUpUTkJKVEl5TUNVeU1pVXlReVV5TW1GamRHbHZiaVV5TWlVelFTVXlNbXhwYm1VbE1qSWxNa01sTWpKNUpUSXlKVE5CSlRJeWFDVXlNaVUzUkNVeVF5VTNRaVV5TW1GamRHbHZiaVV5TWlVelFTVXlNbU5zYjNObEpUSXlKVGRFSlRWRUpUZEVKVFZFSlRKREpUSXliR2x1WlZOMGVXeGxKVEl5SlROQkpUZENKVEl5YkdsdVpWZHBaSFJvSlRJeUpUTkJNeVUzUkNVeVF5VXlNbU5vYVd4a2NtVnVKVEl5SlROQkpUVkNKVFZFSlRKREpUSXljbVZ6YVhwbFJHbHlKVEl5SlROQkpUVkNKVEl5ZEd3bE1qSWxNa01sTWpKMGNpVXlNaVV5UXlVeU1tSnlKVEl5SlRKREpUSXlZbXdsTWpJbE1rTWxNakpzSlRJeUpUSkRKVEl5ZENVeU1pVXlReVV5TW5JbE1qSWxNa01sTWpKaUpUSXlKVFZFSlRKREpUSXlibUZ0WlNVeU1pVXpRU1V5TW5KbFkzUmhibWRzWlNVeU1pVXlReVV5TW1acGJHeFRkSGxzWlNVeU1pVXpRU1UzUWlVeU1tTnZiRzl5SlRJeUpUTkJKVEl5TVRreEpUSkRNVGt4SlRKRE1Ua3hKVEl5SlRKREpUSXlkSGx3WlNVeU1pVXpRU1V5TW5OdmJHbGtKVEl5SlRkRUpUSkRKVEl5ZEdobGJXVWxNaklsTTBFbE4wSWxOMFFsTWtNbE1qSnBaQ1V5TWlVelFTVXlNbTVHZUdsQldHdFFUM2t5TWpnek5USWxNaklsTWtNbE1qSmhkSFJ5YVdKMWRHVWxNaklsTTBFbE4wSWxNakpqYjI1MFlXbHVaWElsTWpJbE0wRm1ZV3h6WlNVeVF5VXlNbkp2ZEdGMFlXSnNaU1V5TWlVelFYUnlkV1VsTWtNbE1qSjJhWE5wWW14bEpUSXlKVE5CZEhKMVpTVXlReVV5TW1acGVHVmtUR2x1YXlVeU1pVXpRV1poYkhObEpUSkRKVEl5WTI5c2JHRndjMkZpYkdVbE1qSWxNMEZtWVd4elpTVXlReVV5TW1OdmJHeGhjSE5sWkNVeU1pVXpRV1poYkhObEpUSkRKVEl5YkdsdWEyRmliR1VsTWpJbE0wRjBjblZsSlRKREpUSXliV0Z5YTJWeVQyWm1jMlYwSlRJeUpUTkJOU1UzUkNVeVF5VXlNbU5oZEdWbmIzSjVKVEl5SlROQkpUSXlZbUZ6YVdNbE1qSWxNa01sTWpKc2IyTnJaV1FsTWpJbE0wRm1ZV3h6WlNVeVF5VXlNbWR5YjNWd0pUSXlKVE5CSlRJeVNtRnBRblp0VTBKeWREWTVNek0zTkNVeU1pVTNSQ1V5UXlVeU1rcHlkMkZrUzBGRmEwSTROVGc0TmpnbE1qSWxNMEVsTjBJbE1qSndZWEpsYm5RbE1qSWxNMEVsTWpJbE1qSWxNa01sTWpKc2FXNXJKVEl5SlROQkpUSXlKVEl5SlRKREpUSXljMmhoY0dWVGRIbHNaU1V5TWlVelFTVTNRaVV5TW1Gc2NHaGhKVEl5SlROQk1TVTNSQ1V5UXlVeU1uUmxlSFJDYkc5amF5VXlNaVV6UVNVMVFpVTNRaVV5TW5CdmMybDBhVzl1SlRJeUpUTkJKVGRDSlRJeWR5VXlNaVV6UVNVeU1uY2xNaklsTWtNbE1qSjRKVEl5SlROQk1DVXlReVV5TW1nbE1qSWxNMEVsTWpKb0pUSXlKVEpESlRJeWVTVXlNaVV6UVRBbE4wUWxNa01sTWpKMFpYaDBKVEl5SlROQkpUSXlSVkJESlRJeUpUZEVKVFZFSlRKREpUSXlZVzVqYUc5eWN5VXlNaVV6UVNVMVFpVTNRaVV5TW5nbE1qSWxNMEVsTWpKM0pUSkdNaVV5TWlVeVF5VXlNbmtsTWpJbE0wRWxNakl3SlRJeUpUZEVKVEpESlRkQ0pUSXllQ1V5TWlVelFTVXlNbmNsTWtZeUpUSXlKVEpESlRJeWVTVXlNaVV6UVNVeU1tZ2xNaklsTjBRbE1rTWxOMElsTWpKNEpUSXlKVE5CSlRJeU1DVXlNaVV5UXlVeU1ua2xNaklsTTBFbE1qSm9KVEpHTWlVeU1pVTNSQ1V5UXlVM1FpVXlNbmdsTWpJbE0wRWxNakozSlRJeUpUSkRKVEl5ZVNVeU1pVXpRU1V5TW1nbE1rWXlKVEl5SlRkRUpUVkVKVEpESlRJeWRHbDBiR1VsTWpJbE0wRWxNaklsUlRZbE9UWWxPRGNsUlRZbE9VTWxRVU1sTWpJbE1rTWxNakptYjI1MFUzUjViR1VsTWpJbE0wRWxOMElsTWpKemFYcGxKVEl5SlROQk1UY2xNa01sTWpKaWIyeGtKVEl5SlROQmRISjFaU1UzUkNVeVF5VXlNbVJoZEdGQmRIUnlhV0oxZEdWekpUSXlKVE5CSlRWQ0pUZENKVEl5Ym1GdFpTVXlNaVV6UVNVeU1pVkZOU1ZDUVNVNFJpVkZOU1U0UmlWQ055VXlNaVV5UXlVeU1tbGtKVEl5SlROQkpUSXlSR05rV1V0UmNWTm1XREF4Tnprek5DVXlNaVV5UXlVeU1uUjVjR1VsTWpJbE0wRWxNakp1ZFcxaVpYSWxNaklsTWtNbE1qSmpZWFJsWjI5eWVTVXlNaVV6UVNVeU1tUmxabUYxYkhRbE1qSWxNa01sTWpKMllXeDFaU1V5TWlVelFTVXlNaVV5TWlVM1JDVXlReVUzUWlVeU1tNWhiV1VsTWpJbE0wRWxNaklsUlRVbE9UQWxPRVFsUlRjbFFUY2xRakFsTWpJbE1rTWxNakpwWkNVeU1pVXpRU1V5TWs5WWNYbFJTRUZyWkdFek1qUXhPREVsTWpJbE1rTWxNakowZVhCbEpUSXlKVE5CSlRJeWMzUnlhVzVuSlRJeUpUSkRKVEl5WTJGMFpXZHZjbmtsTWpJbE0wRWxNakprWldaaGRXeDBKVEl5SlRKREpUSXlkbUZzZFdVbE1qSWxNMEVsTWpJbE1qSWxOMFFsTWtNbE4wSWxNakp1WVcxbEpUSXlKVE5CSlRJeUpVVTJKVGc1SlRnd0pVVTJKVGxESlRnNUpVVTRKVGd3SlRnMUpUSXlKVEpESlRJeWFXUWxNaklsTTBFbE1qSktTRTFvWkdSQmNFdHFOVGswTURBekpUSXlKVEpESlRJeWRIbHdaU1V5TWlVelFTVXlNbk4wY21sdVp5VXlNaVV5UXlVeU1tTmhkR1ZuYjNKNUpUSXlKVE5CSlRJeVpHVm1ZWFZzZENVeU1pVXlReVV5TW5aaGJIVmxKVEl5SlROQkpUSXlKVEl5SlRkRUpUSkRKVGRDSlRJeWJtRnRaU1V5TWlVelFTVXlNaVZGT0NWQ1JpVTVSU1ZGTmlVNFJTVkJOU1V5TWlVeVF5VXlNbWxrSlRJeUpUTkJKVEl5WmtaclkxaDZXa2xsVURJNE9UazFNU1V5TWlVeVF5VXlNblI1Y0dVbE1qSWxNMEVsTWpKc2FXNXJKVEl5SlRKREpUSXlZMkYwWldkdmNua2xNaklsTTBFbE1qSmtaV1poZFd4MEpUSXlKVEpESlRJeWRtRnNkV1VsTWpJbE0wRWxNaklsTWpJbE4wUWxNa01sTjBJbE1qSnVZVzFsSlRJeUpUTkJKVEl5SlVVMEpVSkZKVUpHSlVVM0pVRkRKVUpCSlRJeUpUSkRKVEl5YVdRbE1qSWxNMEVsTWpKeVZFRjRWazVzUW5CWk9UZzROVFkySlRJeUpUSkRKVEl5ZEhsd1pTVXlNaVV6UVNVeU1uTjBjbWx1WnlVeU1pVXlReVV5TW1OaGRHVm5iM0o1SlRJeUpUTkJKVEl5WkdWbVlYVnNkQ1V5TWlVeVF5VXlNblpoYkhWbEpUSXlKVE5CSlRJeUpUSXlKVGRFSlRWRUpUSkRKVEl5Y0hKdmNITWxNaklsTTBFbE4wSWxNako2YVc1a1pYZ2xNaklsTTBFeU9DVXlReVV5TW5jbE1qSWxNMEU0TXlVeVF5VXlNbmdsTWpJbE0wRTBOalF1TURVNE9ESXpOVEk1TkRFeE55VXlReVV5TW1nbE1qSWxNMEUwTUNVeVF5VXlNbmtsTWpJbE0wRTBORE11TnpJeU1qSXlNakl5TWpJeU1qTWxNa01sTWpKaGJtZHNaU1V5TWlVelFUQWxOMFFsTWtNbE1qSndZWFJvSlRJeUpUTkJKVFZDSlRkQ0pUSXliR2x1WlZOMGVXeGxKVEl5SlROQkpUZENKVEl5YkdsdVpWZHBaSFJvSlRJeUpUTkJNQ1UzUkNVeVF5VXlNbVpwYkd4VGRIbHNaU1V5TWlVelFTVTNRaVV5TW5SNWNHVWxNaklsTTBFbE1qSnViMjVsSlRJeUpUZEVKVEpE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owWlhoMEpUSXlKVEpESlRJeVptbHNiRk4wZVd4bEpUSXlKVE5CSlRkQ0pUZEVKVEpESlRJeWRHaGxiV1VsTWpJbE0wRWxOMElsTjBRbE1rTWxNakpwWkNVeU1pVXpRU1V5TWtweWQyRmtTMEZGYTBJNE5UZzROamdsTWpJbE1rTWxNakpoZEhSeWFXSjFkR1VsTWpJbE0wRWxOMElsTWpKamIyNTBZV2x1WlhJbE1qSWxNMEZtWVd4elpTVXlReVV5TW5KdmRHRjBZV0pzWlNVeU1pVXpRWFJ5ZFdVbE1rTWxNakoyYVhOcFlteGxKVEl5SlROQmRISjFaU1V5UXlVeU1tWnBlR1ZrVEdsdWF5VXlNaVV6UVdaaGJITmxKVEpESlRJeVkyOXNiR0Z3YzJGaWJHVWxNaklsTTBGbVlXeHpaU1V5UXlVeU1tTnZiR3hoY0hObFpDVXlNaVV6UVdaaGJITmxKVEpESlRJeWJHbHVhMkZpYkdVbE1qSWxNMEYwY25WbEpUSkRKVEl5YldGeWEyVnlUMlptYzJWMEpUSXlKVE5CTlNVM1JDVXlReVV5TW1OaGRHVm5iM0o1SlRJeUpUTkJKVEl5WW1GemFXTWxNaklsTWtNbE1qSnNiMk5yWldRbE1qSWxNMEZtWVd4elpTVXlReVV5TW1keWIzVndKVEl5SlROQkpUSXlTbUZwUW5adFUwSnlkRFk1TXpNM05DVXlNaVUzUkNVeVF5VXlNbXQ1Y1hGSVNXMVhibWMxTURVeE16Y2xNaklsTTBFbE4wSWxNakp3WVhKbGJuUWxNaklsTTBFbE1qSWxNaklsTWtNbE1qSnNhVzVySlRJeUpUTkJKVEl5SlRJeUpUSkRKVEl5YzJoaGNHVlRkSGxzWlNVeU1pVXpRU1UzUWlVeU1tRnNjR2hoSlRJeUpUTkJNU1UzUkNVeVF5VXlNblJsZUhSQ2JHOWpheVV5TWlVelFTVTFRaVUzUWlVeU1uQnZjMmwwYVc5dUpUSXlKVE5CSlRkQ0pUSXlkeVV5TWlVelFTVXlNbmN0TWpBbE1qSWxNa01sTWpKNEpUSXlKVE5CTVRBbE1rTWxNakpvSlRJeUpUTkJKVEl5YUNVeU1pVXlReVV5TW5rbE1qSWxNMEV3SlRkRUpUSkRKVEl5ZEdWNGRDVXlNaVV6UVNVeU1raEVSbE1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MGFYUnNaU1V5TWlVelFTVXlNaVZGTnlVNVJpVkJPU1ZGTlNWQ1JDVkJNaVV5TWlVeVF5VXlNbVp2Ym5SVGRIbHNaU1V5TWlVelFTVTNRaVV5TW5OcGVtVWxNaklsTTBFeE5pVXlReVV5TW1KdmJHUWxNaklsTTBGMGNuVmxKVGRFSlRKREpUSXlaR0YwWVVGMGRISnBZblYwWlhNbE1qSWxNMEVsTlVJbE4wSWxNakp1WVcxbEpUSXlKVE5CSlRJeUpVVTFKVUpCSlRoR0pVVTFKVGhHSlVJM0pUSXlKVEpESlRJeWFXUWxNaklsTTBFbE1qSlNiRkZ1ZVc1dWNGSkZNREF5TkRrNUpUSXlKVEpESlRJeWRIbHdaU1V5TWlVelFTVXlNbTUxYldKbGNpVXlNaVV5UXlVeU1tTmhkR1ZuYjNKNUpUSXlKVE5CSlRJeVpHVm1ZWFZzZENVeU1pVXlReVV5TW5aaGJIVmxKVEl5SlROQkpUSXlKVEl5SlRkRUpUSkRKVGRDSlRJeWJtRnRaU1V5TWlVelFTVXlNaVZGTlNVNU1DVTRSQ1ZGTnlWQk55VkNNQ1V5TWlVeVF5VXlNbWxrSlRJeUpUTkJKVEl5VjBoVFFuVmxRM2xRZGpBM01EVXhNaVV5TWlVeVF5VXlNblI1Y0dVbE1qSWxNMEVsTWpKemRISnBibWNsTWpJbE1rTWxNakpqWVhSbFoyOXllU1V5TWlVelFTVXlNbVJsWm1GMWJIUWxNaklsTWtNbE1qSjJZV3gxWlNVeU1pVXpRU1V5TWlVeU1pVTNSQ1V5UXlVM1FpVXlNbTVoYldVbE1qSWxNMEVsTWpJbFJUWWxPRGtsT0RBbFJUWWxPVU1sT0RrbFJUZ2xPREFsT0RVbE1qSWxNa01sTWpKcFpDVXlNaVV6UVNVeU1saE1SMGQxWWtoSGVFMDJOVEE0TURjbE1qSWxNa01sTWpKMGVYQmxKVEl5SlROQkpUSXljM1J5YVc1bkpUSXlKVEpESlRJeVkyRjBaV2R2Y25rbE1qSWxNMEVsTWpKa1pXWmhkV3gwSlRJeUpUSkRKVEl5ZG1Gc2RXVWxNaklsTTBFbE1qSWxNaklsTjBRbE1rTWxOMElsTWpKdVlXMWxKVEl5SlROQkpUSXlKVVU0SlVKR0pUbEZKVVUySlRoRkpVRTFKVEl5SlRKREpUSXlhV1FsTWpJbE0wRWxNakppYldOSmNFNW9jVlozTmprMU9URTVKVEl5SlRKREpUSXlkSGx3WlNVeU1pVXpRU1V5TW14cGJtc2xNaklsTWtNbE1qSmpZWFJsWjI5eWVTVXlNaVV6UVNVeU1tUmxabUYxYkhRbE1qSWxNa01sTWpKMllXeDFaU1V5TWlVelFTVXlNaVV5TWlVM1JDVXlReVUzUWlVeU1tNWhiV1VsTWpJbE0wRWxNaklsUlRRbFFrVWxRa1lsUlRjbFFVTWxRa0VsTWpJbE1rTWxNakpwWkNVeU1pVXpRU1V5TWs1bFZWcHFSV0pMVkhJd05qQTNNeklsTWpJbE1rTWxNakowZVhCbEpUSXlKVE5CSlRJeWMzUnlhVzVuSlRJeUpUSkRKVEl5WTJGMFpXZHZjbmtsTWpJbE0wRWxNakprWldaaGRXeDBKVEl5SlRKREpUSXlkbUZzZFdVbE1qSWxNMEVsTWpJbE1qSWxOMFFsTlVRbE1rTWxNakp3Y205d2N5VXlNaVV6UVNVM1FpVXlNbnBwYm1SbGVDVXlNaVV6UVRJNUpUSkRKVEl5ZHlVeU1pVXpRVFk1SlRKREpUSXllQ1V5TWlVelFUUTNNUzR4TVRjMk5EY3dOVGc0TWpNMU5DVXlReVV5TW1nbE1qSWxNMEV6TmlVeVF5VXlNbmtsTWpJbE0wRTBPRFV1TXprMU5ESTBPRE0yTmpBeE15VXlReVV5TW1GdVoyeGxKVEl5SlROQk1DVTNSQ1V5UXlVeU1uQmhkR2dsTWpJbE0wRWxOVUlsTjBJbE1qSmhZM1JwYjI1ekpUSXlKVE5CSlRWQ0pUZENKVEl5ZUNVeU1pVXpRU1V5TWpBbE1qSWxNa01sTWpKaFkzUnBiMjRsTWpJbE0wRWxNakp0YjNabEpUSXlKVEpESlRJeWVTVXlNaVV6UVNVeU1qQWxNaklsTjBRbE1rTWxOMElsTWpKNEpUSXlKVE5CSlRJeWR5VXlNaVV5UXlVeU1tRmpkR2x2YmlVeU1pVXpRU1V5TW14cGJtVWxNaklsTWtNbE1qSjVKVEl5SlROQkpUSXlNQ1V5TWlVM1JDVXlReVUzUWlVeU1uZ2xNaklsTTBFbE1qSjNKVEl5SlRKREpUSXlZV04wYVc5dUpUSXlKVE5CSlRJeWJHbHVaU1V5TWlVeVF5VXlNbmtsTWpJbE0wRWxNakpvSlRJeUpUZEVKVEpESlRkQ0pUSXllQ1V5TWlVelFTVXlNakFsTWpJbE1rTWxNakpoWTNScGIyNGxNaklsTTBFbE1qSnNhVzVsSlRJeUpUSkRKVEl5ZVNVeU1pVXpRU1V5TW1nbE1qSWxOMFFsTWtNbE4wSWxNakpoWTNScGIyNGxNaklsTTBFbE1qSmpiRzl6WlNVeU1pVTNSQ1UxUkNVM1JDVTFSQ1V5UXlVeU1teHBibVZUZEhsc1pTVXlNaVV6UVNVM1FpVXlNbXhwYm1WWGFXUjBhQ1V5TWlVelFUTWxOMFFsTWtNbE1qSmphR2xzWkhKbGJpVXlNaVV6UVNVMVFpVTFSQ1V5UXlVeU1uSmxjMmw2WlVScGNpVXlNaVV6UVNVMVFpVXlNblJzSlRJeUpUSkRKVEl5ZEhJbE1qSWxNa01sTWpKaWNpVXlNaVV5UXlVeU1tSnNKVEl5SlRKREpUSXliQ1V5TWlVeVF5VXlNblFsTWpJbE1rTWxNakp5SlRJeUpUSkRKVEl5WWlVeU1pVTFSQ1V5UXlVeU1tNWhiV1VsTWpJbE0wRWxNakp5WldOMFlXNW5iR1VsTWpJbE1rTWxNakptYVd4c1UzUjViR1VsTWpJbE0wRWxOMElsTWpKamIyeHZjaVV5TWlVelFTVXlNakl4TUNVeVF6SXhOQ1V5UXpJME9TVXlNaVV5UXlVeU1uUjVjR1VsTWpJbE0wRWxNakp6YjJ4cFpDVXlNaVUzUkNVeVF5VXlNblJvWlcxbEpUSXlKVE5CSlRkQ0pUZEVKVEpESlRJeWFXUWxNaklsTTBFbE1qSnJlWEZ4U0VsdFYyNW5OVEExTVRNM0pUSXlKVEpESlRJeVlYUjBjbWxpZFhSbEpUSXlKVE5CSlRkQ0pUSXlZMjl1ZEdGcGJtVnlKVEl5SlROQlptRnNjMlVsTWtNbE1qSnliM1JoZEdGaWJHVWxNaklsTTBGMGNuVmxKVEpESlRJeWRtbHphV0pzWlNVeU1pVXpRWFJ5ZFdVbE1rTWxNakptYVhobFpFeHBibXNsTWpJbE0wRm1ZV3h6WlNVeVF5VXlNbU52Ykd4aGNITmhZbXhsSlRJeUpUTkJabUZzYzJVbE1rTWxNakpqYjJ4c1lYQnpaV1FsTWpJbE0wRm1ZV3h6WlNVeVF5VXlNbXhwYm10aFlteGxKVEl5SlROQmRISjFaU1V5UXlVeU1tMWhjbXRsY2s5bVpuTmxkQ1V5TWlVelFUVWxOMFFsTWtNbE1qSmpZWFJsWjI5eWVTVXlNaVV6UVNVeU1tSmhjMmxqSlRJeUpUSkRKVEl5Ykc5amEyVmtKVEl5SlROQlptRnNjMlVsTWtNbE1qSm5jbTkxY0NVeU1pVXpRU1V5TWtwaGFVSjJiVk5DY25RMk9UTXpOelFsTWpJbE4wUWxNa01sTWpKVWNVdG1jV3B4YkdwMU1UQXpNRGsySlRJeUpUTkJKVGRDSlRJeWNHRnlaVzUwSlRJeUpUTkJKVEl5SlRJeUpUSkRKVEl5YkdsdWF5VXlNaVV6UVNVeU1pVXlNaVV5UXlVeU1uTm9ZWEJsVTNSNWJHVWxNaklsTTBFbE4wSWxNakpoYkhCb1lTVXlNaVV6UVRFbE4wUWxNa01sTWpKMFpYaDBRbXh2WTJzbE1qSWxNMEVsTlVJ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1rTWxNakowYVhSc1pTVXlNaVV6UVNVeU1pVkZOU1ZCUlNWQ09TVkZOU1U1T1NWQk9DVXpRMkp5SlRJd0pUSkdKVE5GTVRBd2VERXdNQ1V5TWlVeVF5VXlNbVp2Ym5SVGRIbHNaU1V5TWlVelFTVTNRaVUzUkNVeVF5VXlNbVJoZEdGQmRIUnlhV0oxZEdWekpUSXlKVE5CSlRWQ0pUVkVKVEpESlRJeWNISnZjSE1sTWpJbE0wRWxOMElsTWpKNmFXNWtaWGdsTWpJbE0wRXpNQ1V5UXlVeU1uY2xNaklsTTBFeE1EQWxNa01sTWpKNEpUSXlKVE5CT1RNMkpUSkRKVEl5YUNVeU1pVXpRVEV3TUNVeVF5VXlNbmtsTWpJbE0wRTBOREFsTWtNbE1qSmhibWRzWlNVeU1pVXpRVEFsTjBRbE1rTWxNakp3WVhSb0pUSXlKVE5CSlRWQ0pUZENKVEl5YkdsdVpWTjBlV3hsSlRJeUpUTkJKVGRDSlRJeWJHbHVaVmRwWkhSb0pUSXlKVE5CTUN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WjNKdmRYQk9ZVzFsSlRJeUpUTkJKVEl5YVcxaFoyVmZjMlZoY21Ob1gxUktja3hWYTFGYWFGa3hOVFE0TURrbE1qS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pwYldGblpWOXpaV0Z5WTJoZlFrZEhkM0pvVkZGTmREUTBNalUxTWlVeU1pVXlReVV5TW1acGJHeFRkSGxzWlNVeU1pVXpRU1UzUWlVeU1tbHRZV2RsVnlVeU1pVXpRVEV3TUNVeVF5VXlNbVJwYzNCc1lYa2xNaklsTTBFbE1qSnpkSEpsZEdOb0pUSXlKVEpESlRJeWFXMWhaMlZJSlRJeUpUTkJNVEF3SlRKREpUSXlkSGx3WlNVeU1pVXpRU1V5TW1sdFlXZGxKVEl5SlRKREpUSXlabWxzWlVsa0pUSXlKVE5CSlRJeWFIUjBjSE1sTTBFbE1rWWxNa1pwWTI5dWMyRndhUzVqYjIwbE1rWTJNekJqT1RobVlXVTBZakE0WVRBd1lUQTBOMll3WkRNdWMzWm5KVEl5SlRkRUpUSkRKVEl5ZEdobGJXVWxNaklsTTBFbE4wSWxOMFFsTWtNbE1qSnBaQ1V5TWlVelFTVXlNbFJ4UzJaeGFuRnNhblV4TURNd09UWWxNaklsTWtNbE1qSmhkSFJ5YVdKMWRHVWxNaklsTTBFbE4wSWxNakpqYjI1MFlXbHVaWElsTWpJbE0wRm1ZV3h6WlNVeVF5VXlNbkp2ZEdGMFlXSnNaU1V5TWlVelFYUnlkV1VsTWtNbE1qSjJhWE5wWW14bEpUSXlKVE5CZEhKMVpTVXlReVV5TW1acGVHVmtUR2x1YXlVeU1pVXpRV1poYkhObEpUSkRKVEl5WTI5c2JHRndjMkZpYkdVbE1qSWxNMEZtWVd4elpTVXlReVV5TW1OdmJHeGhjSE5sWkNVeU1pVXpRV1poYkhObEpUSkRKVEl5YkdsdWEyRmliR1VsTWpJbE0wRjBjblZsSlRKREpUSXliV0Z5YTJWeVQyWm1jMlYwSlRJeUpUTkJOU1UzUkNVeVF5VXlNbU5oZEdWbmIzSjVKVEl5SlROQkpUSXljMlZoY21Ob0pUSXlKVEpESlRJeWJHOWphMlZrSlRJeUpUTkJabUZzYzJVbE1rTWxNakpuY205MWNDVXlNaVV6UVNVeU1uQkNlSEphY0dSelNGQTJPRFUyTVRNbE1qSWxOMFFsTWtNbE1qSnRlVTlQYTBWM1RXTkhORGcwTnpZMEpUSXlKVE5CSlRkQ0pUSXljR0Z5Wlc1MEpUSXlKVE5CSlRJeUpUSXlKVEpESlRJeWJHbHVheVV5TWlVelFTVXlNaVV5TWlVeVF5VXlNbk5vWVhCbFUzUjViR1VsTWpJbE0wRWxOMElsTWpKaGJIQm9ZU1V5TWlVelFURWxOMFFsTWtNbE1qSjBaWGgwUW14dlkyc2xNaklsTTBFbE5VS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MGFYUnNaU1V5TWlVelFTVXlNaVZGTlNWQlJTVkNPU1ZGTlNVNU9TVkJPQ1V6UTJKeUpUSXdKVEpHSlRORk1UQXdlREV3TUNVeU1pVXlReVV5TW1admJuUlRkSGxzWlNVeU1pVXpRU1UzUWlVM1JDVXlReVV5TW1SaGRHRkJkSFJ5YVdKMWRHVnpKVEl5SlROQkpUVkNKVFZFSlRKREpUSXljSEp2Y0hNbE1qSWxNMEVsTjBJbE1qSjZhVzVrWlhnbE1qSWxNMEV6TVNVeVF5VXlNbmNsTWpJbE0wRXhNREFsTWtNbE1qSjRKVEl5SlROQk9EQTVMalVsTWtNbE1qSm9KVEl5SlROQk1UQXdKVEpESlRJeWVTVXlNaVV6UVRRME1DVXlReVV5TW1GdVoyeGxKVEl5SlROQk1DVTNSQ1V5UXlVeU1uQmhkR2dsTWpJbE0wRWxOVUlsTjBJbE1qSnNhVzVsVTNSNWJHVWxNaklsTTBFbE4wSWxNakpzYVc1bFYybGtkR2dsTWpJbE0wRXdKVGRFSlRKREpUSXlZV04wYVc5dWN5VXlNaVV6UVNVMVFpVTNRaVV5TW5nbE1qSWxNMEVsTWpJd0pUSXlKVEpESlRJeVlXTjBhVzl1SlRJeUpUTkJKVEl5Ylc5MlpTVXlNaVV5UXlVeU1ua2xNaklsTTBFbE1qSXdKVEl5SlRkRUpUSkRKVGRDSlRJeWVDVXlNaVV6UVNVeU1uY2xNaklsTWtNbE1qSmhZM1JwYjI0bE1qSWxNMEVsTWpKc2FXNWxKVEl5SlRKREpUSXllU1V5TWlVelFTVXlNakFsTWpJbE4wUWxNa01sTjBJbE1qSjRKVEl5SlROQkpUSXlkeVV5TWlVeVF5VXlNbUZqZEdsdmJpVXlNaVV6UVNVeU1teHBibVVsTWpJbE1rTWxNako1SlRJeUpUTkJKVEl5YUNVeU1pVTNSQ1V5UXlVM1FpVXlNbmdsTWpJbE0wRWxNakl3SlRJeUpUSkRKVEl5WVdOMGFXOXVKVEl5SlROQkpUSXliR2x1WlNVeU1pVXlReVV5TW5rbE1qSWxNMEVsTWpKb0pUSXlKVGRFSlRKREpUZENKVEl5WVdOMGFXOXVKVEl5SlROQkpUSXlZMnh2YzJVbE1qSWxOMFFsTlVRbE4wUWxOVVFsTWtNbE1qSm5jbTkxY0U1aGJXVWxNaklsTTBFbE1qSnBiV0ZuWlY5elpXRnlZMmhmWVVkaFlWUm1abWRJYmpVd09Ea3pNaVV5TWlVeVF5VXlNbXhwYm1WVGRIbHNaU1V5TWlVelFTVTNRaVV5TW14cGJtVlhhV1IwYUNVeU1pVXpRVEV1TlNVM1JDVXlReVV5TW1Ob2FXeGtjbVZ1SlRJeUpUTkJKVFZDSlRWRUpUSkRKVEl5Y21WemFYcGxSR2x5SlRJeUpUTkJKVFZDSlRJeWRHd2xNaklsTWtNbE1qSjBjaVV5TWlVeVF5VXlNbUp5SlRJeUpUSkRKVEl5WW13bE1qSWxNa01sTWpKc0pUSXlKVEpESlRJeWRDVXlNaVV5UXlVeU1uSWxNaklsTWtNbE1qSmlKVEl5SlRWRUpUSkRKVEl5Ym1GdFpTVXlNaVV6UVNVeU1tbHRZV2RsWDNObFlYSmphRjlQVjI1bWVsZENhbU5WTVRRM01UUXdKVEl5SlRKREpUSXlabWxzYkZOMGVXeGxKVEl5SlROQkpUZENKVEl5YVcxaFoyVlhKVEl5SlROQk1UQXdKVEpESlRJeVpHbHpjR3hoZVNVeU1pVXpRU1V5TW5OMGNtVjBZMmdsTWpJbE1rTWxNakpwYldGblpVZ2xNaklsTTBFeE1EQWxNa01sTWpKMGVYQmxKVEl5SlROQkpUSXlhVzFoWjJVbE1qSWxNa01sTWpKbWFXeGxTV1FsTWpJbE0wRWxNakpvZEhSd2N5VXpRU1V5UmlVeVJtbGpiMjV6WVhCcExtTnZiU1V5UmpWbFpUSTNPR00zWlRSaU1HSTNPRGhoT1RNMFlqTTFZUzV6ZG1jbE1qSWxOMFFsTWtNbE1qSjBhR1Z0WlNVeU1pVXpRU1UzUWlVM1JDVXlReVV5TW1sa0pUSXlKVE5CSlRJeWJYbFBUMnRGZDAxalJ6UTRORGMyTkNVeU1pVXlReVV5TW1GMGRISnBZblYwWlNVeU1pVXpRU1UzUWlVeU1tTnZiblJoYVc1bGNpVXlNaVV6UVdaaGJITmxKVEpESlRJeWNtOTBZWFJoWW14bEpUSXlKVE5CZEhKMVpTVXlReVV5TW5acGMybGliR1VsTWpJbE0wRjBjblZsSlRKREpUSXlabWw0WldSTWFXNXJKVEl5SlROQlptRnNjMlVsTWtNbE1qSmpiMnhzWVhCellXSnNaU1V5TWlVelFXWmhiSE5sSlRKREpUSXlZMjlzYkdGd2MyVmtKVEl5SlROQlptRnNjMlVsTWtNbE1qSnNhVzVyWVdKc1pTVXlNaVV6UVhSeWRXVWxNa01sTWpKdFlYSnJaWEpQWm1aelpYUWxNaklsTTBFMUpUZEVKVEpESlRJeVkyRjBaV2R2Y25rbE1qSWxNMEVsTWpKelpXRnlZMmdsTWpJbE1rTWxNakpzYjJOclpXUWxNaklsTTBGbVlXeHpaU1V5UXlVeU1tZHliM1Z3SlRJeUpUTkJKVEl5Y0VKNGNscHdaSE5JVURZNE5UWXhNeVV5TWlVM1JDVXlReVV5TWxOSVRWQlBhVTFWWWt3NE9USTRNelFsTWpJbE0wRWxOMElsTWpKd1lYSmxiblFsTWpJbE0wRWxNaklsTWpJbE1rTWxNakpzYVc1ckpUSXlKVE5CSlRJeUpUSXlKVEpESlRJeWMyaGhjR1ZUZEhsc1pTVXlNaVV6UVNVM1FpVXlNbUZzY0doaEpUSXlKVE5CTVNVM1JDVXlReVV5TW5SbGVIUkNiRzlqYXlVeU1pVXpRU1UxUWl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FKVUZGSlVJNUpVVTFKVGs1SlVFNEpUTkRZbklsTWpBbE1rWWxNMFV4TURCNE1UQXdKVEl5SlRKREpUSXlabTl1ZEZOMGVXeGxKVEl5SlROQkpUZENKVGRFSlRKREpUSXlaR0YwWVVGMGRISnBZblYwWlhNbE1qSWxNMEVsTlVJbE5VUWxNa01sTWpKd2NtOXdjeVV5TWlVelFTVTNRaVV5TW5wcGJtUmxlQ1V5TWlVelFUTXlKVEpESlRJeWR5VXlNaVV6UVRFd01DVXlReVV5TW5nbE1qSWxNMEUyTnpnbE1rTWxNakpvSlRJeUpUTkJNVEF3SlRKREpUSXllU1V5TWlVelFUUTBNQ1V5UXlVeU1tRnVaMnhsSlRJeUpUTkJNQ1UzUkNVeVF5VXlNbkJoZEdnbE1qSWxNMEVsTlVJbE4wSWxNakpzYVc1bFUzUjViR1VsTWpJbE0wRWxOMElsTWpKc2FXNWxWMmxrZEdnbE1qSWxNMEV3SlRkRUpUSkRKVEl5WVdOMGFXOXVjeVV5TWlVelFTVTFRaVUzUWlVeU1uZ2xNaklsTTBFbE1qSXdKVEl5SlRKREpUSXlZV04wYVc5dUpUSXlKVE5CSlRJeWJXOTJaU1V5TWlVeVF5VXlNbmtsTWpJbE0wRWxNakl3SlRJeUpUZEVKVEpESlRkQ0pUSXllQ1V5TWlVelFTVXlNbmNsTWpJbE1rTWxNakpoWTNScGIyNGxNaklsTTBFbE1qSnNhVzVsSlRJeUpUSkRKVEl5ZVNVeU1pVXpRU1V5TWpBbE1qSWxOMFFsTWtNbE4wSWxNako0SlRJeUpUTkJKVEl5ZHlVeU1pVXlReVV5TW1GamRHbHZiaVV5TWlVelFTVXlNbXhwYm1VbE1qSWxNa01sTWpKNUpUSXlKVE5CSlRJeWFDVXlNaVUzUkNVeVF5VTNRaVV5TW5nbE1qSWxNMEVsTWpJd0pUSXlKVEpESlRJeVlXTjBhVzl1SlRJeUpUTkJKVEl5YkdsdVpTVXlNaVV5UXlVeU1ua2xNaklsTTBFbE1qSm9KVEl5SlRkRUpUSkRKVGRDSlRJeVlXTjBhVzl1SlRJeUpUTkJKVEl5WTJ4dmMyVWxNaklsTjBRbE5VUWxOMFFsTlVRbE1rTWxNakpuY205MWNFNWhiV1VsTWpJbE0wRWxNakpwYldGblpWOXpaV0Z5WTJoZlZFcHlURlZyVVZwb1dURTFORGd3T1NVeU1pVXlReVV5TW14cGJtVlRkSGxzWlNVeU1pVXpRU1UzUWlVeU1teHBibVZYYVdSMGFDVXlNaVV6UVRFdU5TVTNSQ1V5UXlVeU1tTm9hV3hrY21WdUpUSXlKVE5CSlRWQ0pUVkVKVEpESlRJeWNtVnphWHBsUkdseUpUSXlKVE5CSlRWQ0pUSXlkR3dsTWpJbE1rTWxNakowY2lVeU1pVXlReVV5TW1KeUpUSXlKVEpESlRJeVltd2xNaklsTWtNbE1qSnNKVEl5SlRKREpUSXlkQ1V5TWlVeVF5VXlNbklsTWpJbE1rTWxNakppSlRJeUpUVkVKVEpESlRJeWJtRnRaU1V5TWlVelFTVXlNbWx0WVdkbFgzTmxZWEpqYUY5Q1IwZDNjbWhVVVUxME5EUXlOVFV5SlRJeUpUSkRKVEl5Wm1sc2JGTjBlV3hsSlRJeUpUTkJKVGRDSlRJeWFXMWhaMlZYSlRJeUpUTkJNVEF3SlRKREpUSXlaR2x6Y0d4aGVTVXlNaVV6UVNVeU1uTjBjbVYwWTJnbE1qSWxNa01sTWpKcGJXRm5aVWdsTWpJbE0wRXhNREFsTWtNbE1qSjBlWEJsSlRJeUpUTkJKVEl5YVcxaFoyVWxNaklsTWtNbE1qSm1hV3hsU1dRbE1qSWxNMEVsTWpKb2RIUndjeVV6UVNVeVJpVXlSbWxqYjI1ellYQnBMbU52YlNVeVJqWXpNR001T0daaFpUUmlNRGhoTURCaE1EUTNaakJrTXk1emRtY2xNaklsTjBRbE1rTWxNakowYUdWdFpTVXlNaVV6UVNVM1FpVTNSQ1V5UXlVeU1tbGtKVEl5SlROQkpUSXlVMGhOVUU5cFRWVmlURGc1TWpnek5DVXlNaVV5UXlVeU1tRjBkSEpwWW5WMFpTVXlNaVV6UVNVM1FpVXlNbU52Ym5SaGFXNWxjaVV5TWlVelFXWmhiSE5sSlRKREpUSXljbTkwWVhSaFlteGxKVEl5SlROQmRISjFaU1V5UXlVeU1uWnBjMmxpYkdVbE1qSWxNMEYwY25WbEpUSkRKVEl5Wm1sNFpXUk1hVzVySlRJeUpUTkJabUZzYzJVbE1rTWxNakpqYjJ4c1lYQnpZV0pzWlNVeU1pVXpRV1poYkhObEpUSkRKVEl5WTI5c2JHRndjMlZrSlRJeUpUTkJabUZzYzJVbE1rTWxNakpzYVc1cllXSnNaU1V5TWlVelFYUnlkV1VsTWtNbE1qSnRZWEpyWlhKUFptWnpaWFFsTWpJbE0wRTFKVGRFSlRKREpUSXlZMkYwWldkdmNua2xNaklsTTBFbE1qSnpaV0Z5WTJnbE1qSWxNa01sTWpKc2IyTnJaV1FsTWpJbE0wRm1ZV3h6WlNVeVF5VXlNbWR5YjNWd0pUSXlKVE5CSlRJeWNFSjRjbHB3WkhOSVVEWTROVFl4TXlVeU1pVTNSQ1V5UXlVeU1sbE5Xa1pwZW05dVRITTBNelV3TmpJbE1qSWxNMEVsTjBJbE1qSndZWEpsYm5RbE1qSWxNMEVsTWpJbE1qSWxNa01sTWpKc2FXNXJKVEl5SlROQkpUSXlKVEl5SlRKREpUSXljMmhoY0dWVGRIbHNaU1V5TWlVelFTVTNRaVV5TW1Gc2NHaGhKVEl5SlROQk1TVTNSQ1V5UXlVeU1uUmxlSFJDYkc5amF5VXlNaVV6UVNVMVFpVTNRaVV5TW5CdmMybDBhVzl1SlRJeUpUTkJKVGRDSlRJeWR5VXlNaVV6UVNVeU1uY3RNakFsTWpJbE1rTWxNako0SlRJeUpUTkJNVEFsTWtNbE1qSm9KVEl5SlROQkpUSXlhQ1V5TWlVeVF5VXlNbmtsTWpJbE0wRXdKVGRFSlRKREpUSXlkR1Y0ZENVeU1pVXpRU1V5TWlVeU1pVTNSQ1UxUkNVeVF5VXlNbUZ1WTJodmNuTWxNaklsTTBFbE5VSWxOMElsTWpKNEpUSXlKVE5CSlRJeWR5VXlSaklsTWpJbE1rTWxNako1SlRJeUpUTkJKVEl5TUNVeU1pVTNSQ1V5UXlVM1FpVXlNbmdsTWpJbE0wRWxNakozSlRKR01pVXlNaVV5UXlVeU1ua2xNaklsTTBFbE1qSm9KVEl5SlRkRUpUSkRKVGRDSlRJeWVDVXlNaVV6UVNVeU1qQWxNaklsTWtNbE1qSjVKVEl5SlROQkpUSXlhQ1V5UmpJbE1qSWxOMFFsTWtNbE4wSWxNako0SlRJeUpUTkJKVEl5ZHlVeU1pVXlReVV5TW5rbE1qSWxNMEVsTWpKb0pUSkdNaVV5TWlVM1JDVTFSQ1V5UXlVeU1uUnBkR3hsSlRJeUpUTkJKVEl5SlVVM0pUbEdKVUU1SlVVMUpVSkVKVUV5SlRJeUpUSkRKVEl5Wm05dWRGTjBlV3hsSlRJeUpUTkJKVGRDSlRkRUpUSkRKVEl5WkdGMFlVRjBkSEpwWW5WMFpYTWxNaklsTTBFbE5VSWxOMElsTWpKdVlXMWxKVEl5SlROQkpUSXlKVVUxSlVKQkpUaEdKVVUxSlRoR0pVSTNKVEl5SlRKREpUSXlhV1FsTWpJbE0wRWxNakp4VjFoTmRWUllhRU5TT0RVeU56STFKVEl5SlRKREpUSXlkSGx3WlNVeU1pVXpRU1V5TW01MWJXSmxjaVV5TWlVeVF5VXlNbU5oZEdWbmIzSjVKVEl5SlROQkpUSXlaR1ZtWVhWc2RDVXlNaVV5UXlVeU1uWmhiSFZsSlRJeUpUTkJKVEl5SlRJeUpUZEVKVEpESlRkQ0pUSXlibUZ0WlNVeU1pVXpRU1V5TWlWRk5TVTVNQ1U0UkNWRk55VkJOeVZDTUNVeU1pVXlReVV5TW1sa0pUSXlKVE5CSlRJeVVIQmxSVkp0WVVkTVR6ZzJPVFUyTUNVeU1pVXlReVV5TW5SNWNHVWxNaklsTTBFbE1qSnpkSEpwYm1jbE1qSWxNa01sTWpKallYUmxaMjl5ZVNVeU1pVXpRU1V5TW1SbFptRjFiSFFsTWpJbE1rTWxNakoyWVd4MVpTVXlNaVV6UVNVeU1pVXlNaVUzUkNVeVF5VTNRaVV5TW01aGJXVWxNaklsTTBFbE1qSWxSVFlsT0RrbE9EQWxSVFlsT1VNbE9Ea2xSVGdsT0RBbE9EVWxNaklsTWtNbE1qSnBaQ1V5TWlVelFTVXlNbVJzZEhwV1NFeFFiVTgxT0RBeE9EY2xNaklsTWtNbE1qSjBlWEJsSlRJeUpUTkJKVEl5YzNSeWFXNW5KVEl5SlRKREpUSXlZMkYwWldkdmNua2xNaklsTTBFbE1qSmtaV1poZFd4MEpUSXlKVEpESlRJeWRtRnNkV1VsTWpJbE0wRWxNaklsTWpJbE4wUWxNa01sTjBJbE1qSnVZVzFsSlRJeUpUTkJKVEl5SlVVNEpVSkdKVGxGSlVVMkpUaEZKVUUxSlRJeUpUSkRKVEl5YVdRbE1qSWxNMEVsTWpKRmRtdHVVV3htUlVKTE56a3hPVE00SlRJeUpUSkRKVEl5ZEhsd1pTVXlNaVV6UVNVeU1teHBibXNsTWpJbE1rTWxNakpqWVhSbFoyOXllU1V5TWlVelFTVXlNbVJsWm1GMWJIUWxNaklsTWtNbE1qSjJZV3gxWlNVeU1pVXpRU1V5TWlVeU1pVTNSQ1V5UXlVM1FpVXlNbTVoYldVbE1qSWxNMEVsTWpJbFJUUWxRa1VsUWtZbFJUY2xRVU1sUWtFbE1qSWxNa01sTWpKcFpDVXlNaVV6UVNVeU1tTnBVVlJoUW0xSmVYRXhPREk0T1RNbE1qSWxNa01sTWpKMGVYQmxKVEl5SlROQkpUSXljM1J5YVc1bkpUSXlKVEpESlRJeVkyRjBaV2R2Y25rbE1qSWxNMEVsTWpKa1pXWmhkV3gwSlRJeUpUSkRKVEl5ZG1Gc2RXVWxNaklsTTBFbE1qSWxNaklsTjBRbE5VUWxNa01sTWpKd2NtOXdjeVV5TWlVelFTVTNRaVV5TW5wcGJtUmxlQ1V5TWlVelFUTXpKVEpESlRJeWR5VXlNaVV6UVRreU1DVXlReVV5TW5nbE1qSWxNMEV4TlRVbE1rTWxNakpvSlRJeUpUTkJNVEE0TGpJek16WTFPRGt3TXpBNE1ETTNKVEpESlRJeWVTVXlNaVV6UVRZMk1pNDNOall6TkRFd09UWTVNVGsySlRKREpUSXlZVzVuYkdVbE1qSWxNMEV3SlRkRUpUSkRKVEl5Y0dGMGFDVXlNaVV6UVNVMVFpVTNRa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k4wZVd4bEpUSXlKVE5CSlRJeVpHRnphR1ZrSlRJeUpUSkRKVEl5YkdsdVpWZHBaSFJvSlRJeUpUTkJNUzQxSlRkRUpUSkRKVEl5WTJocGJHUnlaVzRsTWpJbE0wRWxOVUlsTlVRbE1rTWxNakp5WlhOcGVtVkVhWElsTWpJbE0wRWxOVUlsTWpKMGJDVXlNaVV5UXlVeU1uUnlKVEl5SlRKREpUSXlZbklsTWpJbE1rTWxNakppYkNVeU1pVXlReVV5TW13bE1qSWxNa01sTWpKMEpUSXlKVEpESlRJeWNpVXlNaVV5UXlVeU1tSWxNaklsTlVRbE1rTWxNakp1WVcxbEpUSXlKVE5CSlRJeWNtVmpkR0Z1WjJ4bEpUSXlKVEpESlRJeVptbHNiRk4wZVd4bEpUSXlKVE5CSlRkQ0pUSXlZMjlzYjNJbE1qSWxNMEVsTWpJeU5UQWxNa015TWpNbE1rTXlNak1sTWpJbE1rTWxNakowZVhCbEpUSXlKVE5CSlRJeWMyOXNhV1FsTWpJbE4wUWxNa01sTWpKMGFHVnRaU1V5TWlVelFTVTNRaVUzUkNVeVF5VXlNbWxrSlRJeUpUTkJKVEl5V1UxYVJtbDZiMjVNY3pRek5UQTJNaVV5TWlVeVF5VXlNbUYwZEhKcFluVjBaU1V5TWlVelFTVTNRaVV5TW1OdmJuUmhhVzVsY2lVeU1pVXpRV1poYkhObEpUSkRKVEl5Y205MFlYUmhZbXhsSlRJeUpUTkJkSEoxWlNVeVF5VXlNblpwYzJsaWJHVWxNaklsTTBGMGNuVmxKVEpESlRJeVptbDRaV1JNYVc1ckpUSXlKVE5CWm1Gc2MyVWxNa01sTWpKamIyeHNZWEJ6WVdKc1pTVXlNaVV6UVdaaGJITmxKVEpESlRJeVkyOXNiR0Z3YzJWa0pUSXlKVE5CWm1Gc2MyVWxNa01sTWpKc2FXNXJZV0pzWlNVeU1pVXpRWFJ5ZFdVbE1rTWxNakp0WVhKclpYSlBabVp6WlhRbE1qSWxNMEUxSlRkRUpUSkRKVEl5WTJGMFpXZHZjbmtsTWpJbE0wRWxNakppWVhOcFl5VXlNaVV5UXlVeU1teHZZMnRsWkNVeU1pVXpRV1poYkhObEpUSkRKVEl5WjNKdmRYQWxNaklsTTBFbE1qSWxNaklsTjBRbE1rTWxNakpYUVU1b1VITk5jMVZvTURNME1qVTBKVEl5SlROQkpUZENKVEl5Y0dGeVpXNTBKVEl5SlROQkpUSXlKVEl5SlRKREpUSXliR2x1YXlVeU1pVXpRU1V5TWlVeU1pVXlReVV5TW5Ob1lYQmxVM1I1YkdVbE1qSWxNMEVsTjBJbE1qSmhiSEJvWVNVeU1pVXpRVEVsTjBRbE1rTWxNakowWlhoMFFteHZZMnNsTWpJbE0wRWxOVUlsTjBJbE1qSndiM05wZEdsdmJpVXlNaVV6UVNVM1FpVXlNbmNsTWpJbE0wRWxNakozSlRJeUpUSkRKVEl5ZUNVeU1pVXpRVEFsTWtNbE1qSm9KVEl5SlROQkpUSXlhQ1V5TWlVeVF5VXlNbmtsTWpJbE0wRXdKVGRFSlRKREpUSXlkR1Y0ZENVeU1pVXpRU1V5TWlVelEySWxNMFZMVXpNbE0wTWxNa1ppSlRORk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EpUSXlkR2wwYkdVbE1qSWxNMEVsTWpJbFJUWWxPVFlsT0RjbFJUWWxPVU1sUVVNbE1qSWxNa01sTWpKbWIyNTBVM1I1YkdVbE1qSWxNMEVsTjBJbE1qSnphWHBsSlRJeUpUTkJNVGdsTjBRbE1rTWxNakprWVhSaFFYUjBjbWxpZFhSbGN5VXlNaVV6UVNVMVFpVTNRaVV5TW01aGJXVWxNaklsTTBFbE1qSWxSVFVsUWtFbE9FWWxSVFVsT0VZbFFqY2xNaklsTWtNbE1qSnBaQ1V5TWlVelFTVXlNbnBDV1d0clowTlVWMGc0T1RnMk9EQWxNaklsTWtNbE1qSjBlWEJsSlRJeUpUTkJKVEl5Ym5WdFltVnlKVEl5SlRKREpUSXlZMkYwWldkdmNua2xNaklsTTBFbE1qSmtaV1poZFd4MEpUSXlKVEpESlRJeWRtRnNkV1VsTWpJbE0wRWxNaklsTWpJbE4wUWxNa01sTjBJbE1qSnVZVzFsSlRJeUpUTkJKVEl5SlVVMUpUa3dKVGhFSlVVM0pVRTNKVUl3SlRJeUpUSkRKVEl5YVdRbE1qSWxNMEVsTWpKNVRrRllUMmhXZWtocE5UazJORGN3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la1ZaVDJKUFZFcG9WREV4TVRRME9DVXlNaVV5UXlVeU1uUjVjR1VsTWpJbE0wRWxNakp6ZEhKcGJtY2xNaklsTWtNbE1qSmpZWFJsWjI5eWVTVXlNaVV6UVNVeU1tUmxabUYxYkhRbE1qSWxNa01sTWpKMllXeDFaU1V5TWlVelFTVXlNaVV5TWlVM1JDVXlReVUzUWlVeU1tNWhiV1VsTWpJbE0wRWxNaklsUlRnbFFrWWxPVVVsUlRZbE9FVWxRVFVsTWpJbE1rTWxNakpwWkNVeU1pVXpRU1V5TW5WNlRITk5lRTlxWmtZNE9USTJNekVsTWpJbE1rTWxNakowZVhCbEpUSXlKVE5CSlRJeWJHbHVheVV5TWlVeVF5VXlNbU5oZEdWbmIzSjVKVEl5SlROQkpUSXlaR1ZtWVhWc2RDVXlNaVV5UXlVeU1uWmhiSFZsSlRJeUpUTkJKVEl5SlRJeUpUZEVKVEpESlRkQ0pUSXlibUZ0WlNVeU1pVXpRU1V5TWlWRk5DVkNSU1ZDUmlWRk55VkJReVZDUVNVeU1pVXlReVV5TW1sa0pUSXlKVE5CSlRJeWFrTjJVMjlCV1dsdFp6YzROalUyTXlVeU1pVXlReVV5TW5SNWNHVWxNaklsTTBFbE1qSnpkSEpwYm1jbE1qSWxNa01sTWpKallYUmxaMjl5ZVNVeU1pVXpRU1V5TW1SbFptRjFiSFFsTWpJbE1rTWxNakoyWVd4MVpTVXlNaVV6UVNVeU1pVXlNaVUzUkNVMVJDVXlReVV5TW5CeWIzQnpKVEl5SlROQkpUZENKVEl5ZW1sdVpHVjRKVEl5SlROQk16UWxNa01sTWpKM0pUSXlKVE5CTVRVNEpUSkRKVEl5ZUNVeU1pVXpRVEU1TlM0d01EQXdNREF3TURBd01EQXdOaVV5UXlVeU1tZ2xNaklsTTBFME1DVXlReVV5TW5rbE1qSWxNMEUyT1RZdU9EZ3pNVGN3TlRRNE5EVTVPQ1V5UXlVeU1tRnVaMnhsSlRJeUpUTkJNQ1UzUkNVeVF5VXlNbkJoZEdnbE1qSWxNMEVsTlVJbE4wSWxNakpzYVc1bFUzUjViR1VsTWpJbE0wRWxOMElsTWpKc2FXNWxWMmxrZEdnbE1qSWxNMEV3SlRkRUpUSkRKVEl5Wm1sc2JGTjBlV3hsSlRJeUpUTkJKVGRDSlRJeWRIbHdaU1V5TWlVelFTVXlNbTV2Ym1VbE1qSWxOMFFsTWtNbE1qSmhZM1JwYjI1ekpUSXlKVE5CSlRWQ0pUZENKVEl5ZUNVeU1pVXpRU1V5TWpBbE1qSWxNa01sTWpKaFkzUnBiMjRsTWpJbE0wRWxNakp0YjNabEpUSXlKVEpESlRJeWVTVXlNaVV6UVNVeU1qQWxNaklsTjBRbE1rTWxOMElsTWpKNEpUSXlKVE5CSlRJeWR5VXlNaVV5UXlVeU1tRmpkR2x2YmlVeU1pVXpRU1V5TW14cGJtVWxNaklsTWtNbE1qSjVKVEl5SlROQkpUSXlNQ1V5TWlVM1JDVXlReVUzUWlVeU1uZ2xNaklsTTBFbE1qSjNKVEl5SlRKREpUSXlZV04wYVc5dUpUSXlKVE5CSlRJeWJHbHVaU1V5TWlVeVF5VXlNbmtsTWpJbE0wRWxNakpvSlRJeUpUZEVKVEpESlRkQ0pUSXllQ1V5TWlVelFTVXlNakFsTWpJbE1rTWxNakpoWTNScGIyNGxNaklsTTBFbE1qSnNhVzVsSlRJeUpUSkRKVEl5ZVNVeU1pVXpRU1V5TW1nbE1qSWxOMFFsTWtNbE4wSWxNakpoWTNScGIyNGxNaklsTTBFbE1qSmpiRzl6WlNVeU1pVTNSQ1UxUkNVM1JDVTFSQ1V5UXlVeU1teHBibVZUZEhsc1pTVXlNaVV6UVNVM1FpVXlNbXhwYm1WWGFXUjBhQ1V5TWlVelFURXVOU1UzUkNVeVF5VXlNbU5vYVd4a2NtVnVKVEl5SlROQkpUVkNKVFZFSlRKREpUSXljbVZ6YVhwbFJHbHlKVEl5SlROQkpUVkNKVEl5ZEd3bE1qSWxNa01sTWpKMGNpVXlNaVV5UXlVeU1tSnlKVEl5SlRKREpUSXlZbXdsTWpJbE1rTWxNakpzSlRJeUpUSkRKVEl5ZENVeU1pVXlReVV5TW5JbE1qSWxNa01sTWpKaUpUSXlKVFZFSlRKREpUSXlibUZ0WlNVeU1pVXpRU1V5TW5SbGVIUWxNaklsTWtNbE1qSm1hV3hzVTNSNWJHVWxNaklsTTBFbE4wSWxOMFFsTWtNbE1qSjBhR1Z0WlNVeU1pVXpRU1UzUWlVM1JDVXlReVV5TW1sa0pUSXlKVE5CSlRJeVYwRk9hRkJ6VFhOVmFEQXpOREkxTkNVeU1pVXlReVV5TW1GMGRISnBZblYwWlNVeU1pVXpRU1UzUWlVeU1tTnZiblJoYVc1bGNpVXlNaVV6UVdaaGJITmxKVEpESlRJeWNtOTBZWFJoWW14bEpUSXlKVE5CZEhKMVpTVXlReVV5TW5acGMybGliR1VsTWpJbE0wRjBjblZsSlRKREpUSXlabWw0WldSTWFXNXJKVEl5SlROQlptRnNjMlVsTWtNbE1qSmpiMnhzWVhCellXSnNaU1V5TWlVelFXWmhiSE5sSlRKREpUSXlZMjlzYkdGd2MyVmtKVEl5SlROQlptRnNjMlVsTWtNbE1qSnNhVzVyWVdKc1pTVXlNaVV6UVhSeWRXVWxNa01sTWpKdFlYSnJaWEpQWm1aelpYUWxNaklsTTBFMUpUZEVKVEpESlRJeVkyRjBaV2R2Y25rbE1qSWxNMEVsTWpKaVlYTnBZeVV5TWlVeVF5VXlNbXh2WTJ0bFpDVXlNaVV6UVdaaGJITmxKVEpESlRJeVozSnZkWEFsTWpJbE0wRWxNaklsTWpJbE4wUWxNa01sTWpKcFNFVmlTMnhOVjFSR01EWXhOVEl5SlRJeUpUTkJKVGRDSlRJeWNHRnlaVzUwSlRJeUpUTkJKVEl5SlRJeUpUSkRKVEl5YkdsdWF5VXlNaVV6UVNVeU1pVXlNaVV5UXlVeU1uTm9ZWEJsVTNSNWJHVWxNaklsTTBFbE4wSWxNakpoYkhCb1lTVXlNaVV6UVRFbE4wUWxNa01sTWpKMFpYaDBRbXh2WTJzbE1qSWxNMEVsTlVJ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1rTWxNakowYVhSc1pTVXlNaVV6UVNVeU1tSjFZMnRsZENVelEySnlKVEl3SlRKR0pUTkZNVEF3ZURFd01DVXlNaVV5UXlVeU1tWnZiblJUZEhsc1pTVXlNaVV6UVNVM1FpVTNSQ1V5UXlVeU1tUmhkR0ZCZEhSeWFXSjFkR1Z6SlRJeUpUTkJKVFZDSlRWRUpUSkRKVEl5Y0hKdmNITWxNaklsTTBFbE4wSWxNako2YVc1a1pYZ2xNaklsTTBFek5TVXlReVV5TW5jbE1qSWxNMEU0TUM0M05qWXpOREV3T1RZNU1UazJKVEpESlRJeWVDVXlNaVV6UVRRMU9DNDRPRGMwTWpjNU9UZzVPVGd5SlRKREpUSXlhQ1V5TWlVelFUZ3dMamMyTmpNME1UQTVOamt4T1RZbE1rTWxNako1SlRJeUpUTkJOamMyTGpVbE1rTWxNakpoYm1kc1pTVXlNaVV6UVRBbE4wUWxNa01sTWpKd1lYUm9KVEl5SlROQkpUVkNKVGRDSlRJeWJHbHVaVk4wZVd4bEpUSXlKVE5CSlRkQ0pUSXliR2x1WlZkcFpIUm9KVEl5SlROQk1DVTNSQ1V5UX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VozSnZkWEJPWVcxbEpUSXlKVE5CSlRJeWFXMWhaMlZmYzJWaGNtTm9YM0JUYWtWc2FIUnVjRkU0TkRZMk9UVWxNaklsTWtNbE1qSnNhVzVsVTNSNWJHVWxNaklsTTBFbE4wSWxNakpzYVc1bFYybGtkR2dsTWpJbE0wRXhMalVsTjBRbE1rTWxNakpqYUdsc1pISmxiaVV5TWlVelFTVTFRaVUxUkNVeVF5VXlNbkpsYzJsNlpVUnBjaVV5TWlVelFTVTFRaVV5TW5Sc0pUSXlKVEpESlRJeWRISWxNaklsTWtNbE1qSmljaVV5TWlVeVF5VXlNbUpzSlRJeUpUSkRKVEl5YkNVeU1pVXlReVV5TW5RbE1qSWxNa01sTWpKeUpUSXlKVEpESlRJeVlpVXlNaVUxUkNVeVF5VXlNbTVoYldVbE1qSWxNMEVsTWpKcGJXRm5aVjl6WldGeVkyaGZhVVZOVjFCVlVWVlJiRFF3T0RrNU5pVXlNaVV5UXlVeU1tWnBiR3hUZEhsc1pTVXlNaVV6UVNVM1FpVXlNbWx0WVdkbFZ5VXlNaVV6UVRFd01DVXlReVV5TW1ScGMzQnNZWGtsTWpJbE0wRWxNakp6ZEhKbGRHTm9KVEl5SlRKREpUSXlhVzFoWjJWSUpUSXlKVE5CTVRBd0pUSkRKVEl5ZEhsd1pTVXlNaVV6UVNVeU1tbHRZV2RsSlRJeUpUSkRKVEl5Wm1sc1pVbGtKVEl5SlROQkpUSXlhSFIwY0hNbE0wRWxNa1lsTWtacFkyOXVjMkZ3YVM1amIyMGxNa1kxWldVeVlXWXhZMlUwWWpCaU56ZzRZVGt6TmpBell6Z3VjM1puSlRJeUpUZEVKVEpESlRJeWRHaGxiV1VsTWpJbE0wRWxOMElsTjBRbE1rTWxNakpwWkNVeU1pVXpRU1V5TW1sSVJXSkxiRTFYVkVZd05qRTFNaklsTWpJbE1rTWxNakpoZEhSeWFXSjFkR1VsTWpJbE0wRWxOMElsTWpKamIyNTBZV2x1WlhJbE1qSWxNMEZtWVd4elpTVXlReVV5TW5KdmRHRjBZV0pzWlNVeU1pVXpRWFJ5ZFdVbE1rTWxNakoyYVhOcFlteGxKVEl5SlROQmRISjFaU1V5UXlVeU1tWnBlR1ZrVEdsdWF5VXlNaVV6UVdaaGJITmxKVEpESlRJeVkyOXNiR0Z3YzJGaWJHVWxNaklsTTBGbVlXeHpaU1V5UXlVeU1tTnZiR3hoY0hObFpDVXlNaVV6UVdaaGJITmxKVEpESlRJeWJHbHVhMkZpYkdVbE1qSWxNMEYwY25WbEpUSkRKVEl5YldGeWEyVnlUMlptYzJWMEpUSXlKVE5CTlNVM1JDVXlReVV5TW1OaGRHVm5iM0o1SlRJeUpUTkJKVEl5YzJWaGNtTm9KVEl5SlRKREpUSXliRzlqYTJWa0pUSXlKVE5CWm1Gc2MyVWxNa01sTWpKbmNtOTFjQ1V5TWlVelFTVXlNa2hMU21wMFIyNWpXVTg1TlRVM01URWxNaklsTjBRbE1rTWxNakpZVEZCTFJraGxjMnQxT0RNME56a3hKVEl5SlROQkpUZENKVEl5Y0dGeVpXNTBKVEl5SlROQkpUSXlKVEl5SlRKREpUSXliR2x1YXlVeU1pVXpRU1V5TWlVeU1pVXlReVV5TW5Ob1lYQmxVM1I1YkdVbE1qSWxNMEVsTjBJbE1qSmhiSEJvWVNVeU1pVXpRVEVsTjBRbE1rTWxNakowWlhoMFFteHZZMnNsTWpJbE0wRWxOVUl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WtNbE1qSjBhWFJzWlNVeU1pVXpRU1V5TW1KMVkydGxkQ1V6UTJKeUpUSXdKVEpHSlRORk1UQXdlREV3TUNVeU1pVXlReVV5TW1admJuUlRkSGxzWlNVeU1pVXpRU1UzUWlVM1JDVXlReVV5TW1SaGRHRkJkSFJ5YVdKMWRHVnpKVEl5SlROQkpUVkNKVFZFSlRKREpUSXljSEp2Y0hNbE1qSWxNMEVsTjBJbE1qSjZhVzVrWlhnbE1qSWxNMEV6TmlVeVF5VXlNbmNsTWpJbE0wRTRNQzQzTmpZek5ERXdPVFk1TVRrMkpUSkRKVEl5ZUNVeU1pVXpRVE01TUM0NU1Ea3dPVEE1TURrd09UQTVKVEpESlRJeWFDVXlNaVV6UVRnd0xqYzJOak0wTVRBNU5qa3hPVFlsTWtNbE1qSjVKVEl5SlROQk5qYzJMalVsTWtNbE1qSmhibWRzWlNVeU1pVXpRVEFsTjBRbE1rTWxNakp3WVhSb0pUSXlKVE5CSlRWQ0pUZENKVEl5YkdsdVpWTjBlV3hsSlRJeUpUTkJKVGRDSlRJeWJHbHVaVmRwWkhSb0pUSXlKVE5CTUN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WjNKdmRYQk9ZVzFsSlRJeUpUTkJKVEl5YVcxaFoyVmZjMlZoY21Ob1gzQlRha1ZzYUhSdWNGRTRORFkyT1RVbE1qS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pwYldGblpWOXpaV0Z5WTJoZmFVVk5WMUJWVVZWUmJEUXdPRGs1TmlVeU1pVXlReVV5TW1acGJHeFRkSGxzWlNVeU1pVXpRU1UzUWlVeU1tbHRZV2RsVnlVeU1pVXpRVEV3TUNVeVF5VXlNbVJwYzNCc1lYa2xNaklsTTBFbE1qSnpkSEpsZEdOb0pUSXlKVEpESlRJeWFXMWhaMlZJSlRJeUpUTkJNVEF3SlRKREpUSXlkSGx3WlNVeU1pVXpRU1V5TW1sdFlXZGxKVEl5SlRKREpUSXlabWxzWlVsa0pUSXlKVE5CSlRJeWFIUjBjSE1sTTBFbE1rWWxNa1pwWTI5dWMyRndhUzVqYjIwbE1rWTFaV1V5WVdZeFkyVTBZakJpTnpnNFlUa3pOakF6WXpndWMzWm5KVEl5SlRkRUpUSkRKVEl5ZEdobGJXVWxNaklsTTBFbE4wSWxOMFFsTWtNbE1qSnBaQ1V5TWlVelFTVXlNbGhNVUV0R1NHVnphM1U0TXpRM09URWxNaklsTWtNbE1qSmhkSFJ5YVdKMWRHVWxNaklsTTBFbE4wSWxNakpqYjI1MFlXbHVaWElsTWpJbE0wRm1ZV3h6WlNVeVF5VXlNbkp2ZEdGMFlXSnNaU1V5TWlVelFYUnlkV1VsTWtNbE1qSjJhWE5wWW14bEpUSXlKVE5CZEhKMVpTVXlReVV5TW1acGVHVmtUR2x1YXlVeU1pVXpRV1poYkhObEpUSkRKVEl5WTI5c2JHRndjMkZpYkdVbE1qSWxNMEZtWVd4elpTVXlReVV5TW1OdmJHeGhjSE5sWkNVeU1pVXpRV1poYkhObEpUSkRKVEl5YkdsdWEyRmliR1VsTWpJbE0wRjBjblZsSlRKREpUSXliV0Z5YTJWeVQyWm1jMlYwSlRJeUpUTkJOU1UzUkNVeVF5VXlNbU5oZEdWbmIzSjVKVEl5SlROQkpUSXljMlZoY21Ob0pUSXlKVEpESlRJeWJHOWphMlZrSlRJeUpUTkJabUZzYzJVbE1rTWxNakpuY205MWNDVXlNaVV6UVNVeU1raExTbXAwUjI1aldVODVOVFUzTVRFbE1qSWxOMFFsTWtNbE1qSktaMEptVTBoU1NIWmpPRFV4TkRjeUpUSXlKVE5CSlRkQ0pUSXljR0Z5Wlc1MEpUSXlKVE5CSlRJeUpUSXlKVEpESlRJeWJHbHVheVV5TWlVelFTVXlNaVV5TWlVeVF5VXlNbk5vWVhCbFUzUjViR1VsTWpJbE0wRWxOMElsTWpKaGJIQm9ZU1V5TWlVelFURWxOMFFsTWtNbE1qSjBaWGgwUW14dlkyc2xNaklsTTBFbE5VS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MGFYUnNaU1V5TWlVelFTVXlNbUoxWTJ0bGRDVXpRMkp5SlRJd0pUSkdKVE5GTVRBd2VERXdNQ1V5TWlVeVF5VXlNbVp2Ym5SVGRIbHNaU1V5TWlVelFTVTNRaVUzUkNVeVF5VXlNbVJoZEdGQmRIUnlhV0oxZEdWekpUSXlKVE5CSlRWQ0pUVkVKVEpESlRJeWNISnZjSE1sTWpJbE0wRWxOMElsTWpKNmFXNWtaWGdsTWpJbE0wRXpOeVV5UXlVeU1uY2xNaklsTTBFNE1DNDNOall6TkRFd09UWTVNVGsySlRKREpUSXllQ1V5TWlVelFUVTVOQzQ0TkRReE1ESXhOemc0TVRJNUpUSkRKVEl5YUNVeU1pVXpRVGd3TGpjMk5qTTBNVEE1TmpreE9UWWxNa01sTWpKNUpUSXlKVE5CTmpjMkxqVWxNa01sTWpKaGJtZHNaU1V5TWlVelFUQWxOMFFsTWtNbE1qSndZWFJvSlRJeUpUTkJKVFZDSlRkQ0pUSXliR2x1WlZOMGVXeGxKVEl5SlROQkpUZENKVEl5YkdsdVpWZHBaSFJvSlRJeUpUTkJNQ1UzUkNVeVF5VXlNbUZqZEdsdmJuTWxNaklsTTBFbE5VSWxOMElsTWpKNEpUSXlKVE5CSlRJeU1DVXlNaVV5UXlVeU1tRmpkR2x2YmlVeU1pVXpRU1V5TW0xdmRtVWxNaklsTWtNbE1qSjVKVEl5SlROQkpUSXlNQ1V5TWlVM1JDVXlReVUzUWlVeU1uZ2xNaklsTTBFbE1qSjNKVEl5SlRKREpUSXlZV04wYVc5dUpUSXlKVE5CSlRJeWJHbHVaU1V5TWlVeVF5VXlNbmtsTWpJbE0wRWxNakl3SlRJeUpUZEVKVEpESlRkQ0pUSXllQ1V5TWlVelFTVXlNbmNsTWpJbE1rTWxNakpoWTNScGIyNGxNaklsTTBFbE1qSnNhVzVsSlRJeUpUSkRKVEl5ZVNVeU1pVXpRU1V5TW1nbE1qSWxOMFFsTWtNbE4wSWxNako0SlRJeUpUTkJKVEl5TUNVeU1pVXlReVV5TW1GamRHbHZiaVV5TWlVelFTVXlNbXhwYm1VbE1qSWxNa01sTWpKNUpUSXlKVE5CSlRJeWFDVXlNaVUzUkNVeVF5VTNRaVV5TW1GamRHbHZiaVV5TWlVelFTVXlNbU5zYjNObEpUSXlKVGRFSlRWRUpUZEVKVFZFSlRKREpUSXlaM0p2ZFhCT1lXMWxKVEl5SlROQkpUSXlhVzFoWjJWZmMyVmhjbU5vWDNCVGFrVnNhSFJ1Y0ZFNE5EWTJPVFVsTWpJbE1rTWxNakpzYVc1bFUzUjViR1VsTWpJbE0wRWxOMElsTWpKc2FXNWxWMmxrZEdnbE1qSWxNMEV4TGpVbE4wUWxNa01sTWpKamFHbHNaSEpsYmlVeU1pVXpRU1UxUWlVMVJDVXlReVV5TW5KbGMybDZaVVJwY2lVeU1pVXpRU1UxUWlVeU1uUnNKVEl5SlRKREpUSXlkSElsTWpJbE1rTWxNakppY2lVeU1pVXlReVV5TW1Kc0pUSXlKVEpESlRJeWJDVXlNaVV5UXlVeU1uUWxNaklsTWtNbE1qSnlKVEl5SlRKREpUSXlZaVV5TWlVMVJDVXlReVV5TW01aGJXVWxNaklsTTBFbE1qSnBiV0ZuWlY5elpXRnlZMmhmYVVWTlYxQlZVVlZSYkRRd09EazVOaVV5TWlVeVF5VXlNbVpwYkd4VGRIbHNaU1V5TWlVelFTVTNRaVV5TW1sdFlXZGxWeVV5TWlVelFURXdNQ1V5UXlVeU1tUnBjM0JzWVhrbE1qSWxNMEVsTWpKemRISmxkR05vSlRJeUpUSkRKVEl5YVcxaFoyVklKVEl5SlROQk1UQXdKVEpESlRJeWRIbHdaU1V5TWlVelFTVXlNbWx0WVdkbEpUSXlKVEpESlRJeVptbHNaVWxrSlRJeUpUTkJKVEl5YUhSMGNITWxNMEVsTWtZbE1rWnBZMjl1YzJGd2FTNWpiMjBsTWtZMVpXVXlZV1l4WTJVMFlqQmlOemc0WVRrek5qQXpZemd1YzNabkpUSXlKVGRFSlRKREpUSXlkR2hsYldVbE1qSWxNMEVsTjBJbE4wUWxNa01sTWpKcFpDVXlNaVV6UVNVeU1rcG5RbVpUU0ZKSWRtTTROVEUwTnpJbE1qSWxNa01sTWpKaGRIUnlhV0oxZEdVbE1qSWxNMEVsTjBJbE1qSmpiMjUwWVdsdVpYSWxNaklsTTBGbVlXeHpaU1V5UXlVeU1uSnZkR0YwWVdKc1pTVXlNaVV6UVhSeWRXVWxNa01sTWpKMmFYTnBZbXhsSlRJeUpUTkJkSEoxWlNVeVF5VXlNbVpwZUdWa1RHbHVheVV5TWlVelFXWmhiSE5sSlRKREpUSXlZMjlzYkdGd2MyRmliR1VsTWpJbE0wRm1ZV3h6WlNVeVF5VXlNbU52Ykd4aGNITmxaQ1V5TWlVelFXWmhiSE5sSlRKREpUSXliR2x1YTJGaWJHVWxNaklsTTBGMGNuVmxKVEpESlRJeWJXRnlhMlZ5VDJabWMyVjBKVEl5SlROQk5TVTNSQ1V5UXlVeU1tTmhkR1ZuYjNKNUpUSXlKVE5CSlRJeWMyVmhjbU5vSlRJeUpUSkRKVEl5Ykc5amEyVmtKVEl5SlROQlptRnNjMlVsTWtNbE1qSm5jbTkxY0NVeU1pVXpRU1V5TWtoTFNtcDBSMjVqV1U4NU5UVTNNVEVsTWpJbE4wUWxNa01sTWpKSlJIcFplRXRHVm1KNk16VXpNVEV3SlRJeUpUTkJKVGRDSlRJeWNHRnlaVzUwSlRJeUpUTkJKVEl5SlRJeUpUSkRKVEl5YkdsdWF5VXlNaVV6UVNVeU1pVXlNaVV5UXlVeU1uTm9ZWEJsVTNSNWJHVWxNaklsTTBFbE4wSWxNakpoYkhCb1lTVXlNaVV6UVRFbE4wUWxNa01sTWpKMFpYaDBRbXh2WTJzbE1qSWxNMEVsTlVJ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1rTWxNakowYVhSc1pTVXlNaVV6UVNVeU1tSjFZMnRsZENVelEySnlKVEl3SlRKR0pUTkZNVEF3ZURFd01DVXlNaVV5UXlVeU1tWnZiblJUZEhsc1pTVXlNaVV6UVNVM1FpVTNSQ1V5UXlVeU1tUmhkR0ZCZEhSeWFXSjFkR1Z6SlRJeUpUTkJKVFZDSlRWRUpUSkRKVEl5Y0hKdmNITWxNaklsTTBFbE4wSWxNako2YVc1a1pYZ2xNaklsTTBFek9DVXlReVV5TW5jbE1qSWxNMEU0TUM0M05qWXpOREV3T1RZNU1UazJKVEpESlRJeWVDVXlNaVV6UVRVeU5pNDROalUzTmpVd09EZzVNRFUySlRKREpUSXlhQ1V5TWlVelFUZ3dMamMyTmpNME1UQTVOamt4T1RZbE1rTWxNako1SlRJeUpUTkJOamMyTGpVbE1rTWxNakpoYm1kc1pTVXlNaVV6UVRBbE4wUWxNa01sTWpKd1lYUm9KVEl5SlROQkpUVkNKVGRDSlRJeWJHbHVaVk4wZVd4bEpUSXlKVE5CSlRkQ0pUSXliR2x1WlZkcFpIUm9KVEl5SlROQk1DVTNSQ1V5UX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VozSnZkWEJPWVcxbEpUSXlKVE5CSlRJeWFXMWhaMlZmYzJWaGNtTm9YM0JUYWtWc2FIUnVjRkU0TkRZMk9UVWxNaklsTWtNbE1qSnNhVzVsVTNSNWJHVWxNaklsTTBFbE4wSWxNakpzYVc1bFYybGtkR2dsTWpJbE0wRXhMalVsTjBRbE1rTWxNakpqYUdsc1pISmxiaVV5TWlVelFTVTFRaVUxUkNVeVF5VXlNbkpsYzJsNlpVUnBjaVV5TWlVelFTVTFRaVV5TW5Sc0pUSXlKVEpESlRJeWRISWxNaklsTWtNbE1qSmljaVV5TWlVeVF5VXlNbUpzSlRJeUpUSkRKVEl5YkNVeU1pVXlReVV5TW5RbE1qSWxNa01sTWpKeUpUSXlKVEpESlRJeVlpVXlNaVUxUkNVeVF5VXlNbTVoYldVbE1qSWxNMEVsTWpKcGJXRm5aVjl6WldGeVkyaGZhVVZOVjFCVlVWVlJiRFF3T0RrNU5pVXlNaVV5UXlVeU1tWnBiR3hUZEhsc1pTVXlNaVV6UVNVM1FpVXlNbWx0WVdkbFZ5VXlNaVV6UVRFd01DVXlReVV5TW1ScGMzQnNZWGtsTWpJbE0wRWxNakp6ZEhKbGRHTm9KVEl5SlRKREpUSXlhVzFoWjJWSUpUSXlKVE5CTVRBd0pUSkRKVEl5ZEhsd1pTVXlNaVV6UVNVeU1tbHRZV2RsSlRJeUpUSkRKVEl5Wm1sc1pVbGtKVEl5SlROQkpUSXlhSFIwY0hNbE0wRWxNa1lsTWtacFkyOXVjMkZ3YVM1amIyMGxNa1kxWldVeVlXWXhZMlUwWWpCaU56ZzRZVGt6TmpBell6Z3VjM1puSlRJeUpUZEVKVEpESlRJeWRHaGxiV1VsTWpJbE0wRWxOMElsTjBRbE1rTWxNakpwWkNVeU1pVXpRU1V5TWtsRWVsbDRTMFpXWW5vek5UTXhNVEFsTWpJbE1rTWxNakpoZEhSeWFXSjFkR1VsTWpJbE0wRWxOMElsTWpKamIyNTBZV2x1WlhJbE1qSWxNMEZtWVd4elpTVXlReVV5TW5KdmRHRjBZV0pzWlNVeU1pVXpRWFJ5ZFdVbE1rTWxNakoyYVhOcFlteGxKVEl5SlROQmRISjFaU1V5UXlVeU1tWnBlR1ZrVEdsdWF5VXlNaVV6UVdaaGJITmxKVEpESlRJeVkyOXNiR0Z3YzJGaWJHVWxNaklsTTBGbVlXeHpaU1V5UXlVeU1tTnZiR3hoY0hObFpDVXlNaVV6UVdaaGJITmxKVEpESlRJeWJHbHVhMkZpYkdVbE1qSWxNMEYwY25WbEpUSkRKVEl5YldGeWEyVnlUMlptYzJWMEpUSXlKVE5CTlNVM1JDVXlReVV5TW1OaGRHVm5iM0o1SlRJeUpUTkJKVEl5YzJWaGNtTm9KVEl5SlRKREpUSXliRzlqYTJWa0pUSXlKVE5CWm1Gc2MyVWxNa01sTWpKbmNtOTFjQ1V5TWlVelFTVXlNa2hMU21wMFIyNWpXVTg1TlRVM01URWxNaklsTjBRbE1rTWxNakpCVm1SaGNVUkxZbVJtTWpNd056UTBKVEl5SlROQkpUZENKVEl5Y0dGeVpXNTBKVEl5SlROQkpUSXlKVEl5SlRKREpUSXliR2x1YXlVeU1pVXpRU1V5TWlVeU1pVXlReVV5TW5Ob1lYQmxVM1I1YkdVbE1qSWxNMEVsTjBJbE1qSmhiSEJvWVNVeU1pVXpRVEVsTjBRbE1rTWxNakowWlhoMFFteHZZMnNsTWpJbE0wRWxOVUlsTlVRbE1rTWxNakpoYm1Ob2IzSnpKVEl5SlROQkpUVkNKVGRDSlRJeWVDVXlNaVV6UVNVeU1uY2xNa1l5SlRJeUpUSkRKVEl5ZVNVeU1pVXpRU1V5TWpBbE1qSWxOMFFsTWtNbE4wSWxNako0SlRJeUpUTkJKVEl5ZHlVeVJqSWxNaklsTWtNbE1qSjVKVEl5SlROQkpUSXlhQ1V5TWlVM1JDVXlReVUzUWlVeU1uZ2xNaklsTTBFbE1qSXdKVEl5SlRKREpUSXllU1V5TWlVelFTVXlNbWdsTWtZeUpUSXlKVGRFSlRKREpUZENKVEl5ZUNVeU1pVXpRU1V5TW5jbE1qSWxNa01sTWpKNUpUSXlKVE5CSlRJeWFDVXlSaklsTWpJbE4wUWxOVVFsTWtNbE1qSjBhWFJzWlNVeU1pVXpRU1V5TW1KMVkydGxkQ1V6UTJKeUpUSXdKVEpHSlRORk1UQXdlREV3TUNVeU1pVXlReVV5TW1admJuUlRkSGxzWlNVeU1pVXpRU1UzUWlVM1JDVXlReVV5TW1SaGRHRkJkSFJ5YVdKMWRHVnpKVEl5SlROQkpUVkNKVFZFSlRKREpUSXljSEp2Y0hNbE1qSWxNMEVsTjBJbE1qSjZhVzVrWlhnbE1qSWxNMEV6T1NVeVF5VXlNbmNsTWpJbE0wRTRNQzQzTmpZek5ERXdPVFk1TVRrMkpUSkRKVEl5ZUNVeU1pVXpRVGN6TUM0NE1EQTNOell6TlRnMk1qYzJKVEpESlRJeWFDVXlNaVV6UVRnd0xqYzJOak0wTVRBNU5qa3hPVFlsTWtNbE1qSjVKVEl5SlROQk5qYzJMalVsTWtNbE1qSmhibWRzWlNVeU1pVXpRVEFsTjBRbE1rTWxNakp3WVhSb0pUSXlKVE5CSlRWQ0pUZENKVEl5YkdsdVpWTjBlV3hsSlRJeUpUTkJKVGRDSlRJeWJHbHVaVmRwWkhSb0pUSXlKVE5CTUN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WjNKdmRYQk9ZVzFsSlRJeUpUTkJKVEl5YVcxaFoyVmZjMlZoY21Ob1gzQlRha1ZzYUhSdWNGRTRORFkyT1RVbE1qSWxNa01sTWpKc2FXNWxVM1I1YkdVbE1qSWxNMEVsTjBJbE1qSnNhVzVsVjJsa2RHZ2xNaklsTTBFeExqVWxOMFFsTWtNbE1qSmphR2xzWkhKbGJpVXlNaVV6UVNVMVFpVTFSQ1V5UXlVeU1uSmxjMmw2WlVScGNpVXlNaVV6UVNVMVFpVXlNblJzSlRJeUpUSkRKVEl5ZEhJbE1qSWxNa01sTWpKaWNpVXlNaVV5UXlVeU1tSnNKVEl5SlRKREpUSXliQ1V5TWlVeVF5VXlNblFsTWpJbE1rTWxNakp5SlRJeUpUSkRKVEl5WWlVeU1pVTFSQ1V5UXlVeU1tNWhiV1VsTWpJbE0wRWxNakpwYldGblpWOXpaV0Z5WTJoZmFVVk5WMUJWVVZWUmJEUXdPRGs1TmlVeU1pVXlReVV5TW1acGJHeFRkSGxzWlNVeU1pVXpRU1UzUWlVeU1tbHRZV2RsVnlVeU1pVXpRVEV3TUNVeVF5VXlNbVJwYzNCc1lYa2xNaklsTTBFbE1qSnpkSEpsZEdOb0pUSXlKVEpESlRJeWFXMWhaMlZJSlRJeUpUTkJNVEF3SlRKREpUSXlkSGx3WlNVeU1pVXpRU1V5TW1sdFlXZGxKVEl5SlRKREpUSXlabWxzWlVsa0pUSXlKVE5CSlRJeWFIUjBjSE1sTTBFbE1rWWxNa1pwWTI5dWMyRndhUzVqYjIwbE1rWTFaV1V5WVdZeFkyVTBZakJpTnpnNFlUa3pOakF6WXpndWMzWm5KVEl5SlRkRUpUSkRKVEl5ZEdobGJXVWxNaklsTTBFbE4wSWxOMFFsTWtNbE1qSnBaQ1V5TWlVelFTVXlNa0ZXWkdGeFJFdGlaR1l5TXpBM05EUWxNaklsTWtNbE1qSmhkSFJ5YVdKMWRHVWxNaklsTTBFbE4wSWxNakpqYjI1MFlXbHVaWElsTWpJbE0wRm1ZV3h6WlNVeVF5VXlNbkp2ZEdGMFlXSnNaU1V5TWlVelFYUnlkV1VsTWtNbE1qSjJhWE5wWW14bEpUSXlKVE5CZEhKMVpTVXlReVV5TW1acGVHVmtUR2x1YXlVeU1pVXpRV1poYkhObEpUSkRKVEl5WTI5c2JHRndjMkZpYkdVbE1qSWxNMEZtWVd4elpTVXlReVV5TW1OdmJHeGhjSE5sWkNVeU1pVXpRV1poYkhObEpUSkRKVEl5YkdsdWEyRmliR1VsTWpJbE0wRjBjblZsSlRKREpUSXliV0Z5YTJWeVQyWm1jMlYwSlRJeUpUTkJOU1UzUkNVeVF5VXlNbU5oZEdWbmIzSjVKVEl5SlROQkpUSXljMlZoY21Ob0pUSXlKVEpESlRJeWJHOWphMlZrSlRJeUpUTkJabUZzYzJVbE1rTWxNakpuY205MWNDVXlNaVV6UVNVeU1raExTbXAwUjI1aldVODVOVFUzTVRFbE1qSWxOMFFsTWtNbE1qSmtXblZ3UjFoU2JHeFJORFEwTXpnekpUSXlKVE5CSlRkQ0pUSXljR0Z5Wlc1MEpUSXlKVE5CSlRJeUpUSXlKVEpESlRJeWJHbHVheVV5TWlVelFTVXlNaVV5TWlVeVF5VXlNbk5vWVhCbFUzUjViR1VsTWpJbE0wRWxOMElsTWpKaGJIQm9ZU1V5TWlVelFURWxOMFFsTWtNbE1qSjBaWGgwUW14dlkyc2xNaklsTTBFbE5VS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MGFYUnNaU1V5TWlVelFTVXlNbUoxWTJ0bGRDVXpRMkp5SlRJd0pUSkdKVE5GTVRBd2VERXdNQ1V5TWlVeVF5VXlNbVp2Ym5SVGRIbHNaU1V5TWlVelFTVTNRaVUzUkNVeVF5VXlNbVJoZEdGQmRIUnlhV0oxZEdWekpUSXlKVE5CSlRWQ0pUVkVKVEpESlRJeWNISnZjSE1sTWpJbE0wRWxOMElsTWpKNmFXNWtaWGdsTWpJbE0wRTBNQ1V5UXlVeU1uY2xNaklsTTBFNE1DNDNOall6TkRFd09UWTVNVGsySlRKREpUSXllQ1V5TWlVelFUWTJNaTQ0TWpJME16a3lOamczTWpBMEpUSkRKVEl5YUNVeU1pVXpRVGd3TGpjMk5qTTBNVEE1TmpreE9UWWxNa01sTWpKNUpUSXlKVE5CTmpjMkxqVWxNa01sTWpKaGJtZHNaU1V5TWlVelFUQWxOMFFsTWtNbE1qSndZWFJvSlRJeUpUTkJKVFZDSlRkQ0pUSXliR2x1WlZOMGVXeGxKVEl5SlROQkpUZENKVEl5YkdsdVpWZHBaSFJvSlRJeUpUTkJNQ1UzUkNVeVF5VXlNbUZqZEdsdmJuTWxNaklsTTBFbE5VSWxOMElsTWpKNEpUSXlKVE5CSlRJeU1DVXlNaVV5UXlVeU1tRmpkR2x2YmlVeU1pVXpRU1V5TW0xdmRtVWxNaklsTWtNbE1qSjVKVEl5SlROQkpUSXlNQ1V5TWlVM1JDVXlReVUzUWlVeU1uZ2xNaklsTTBFbE1qSjNKVEl5SlRKREpUSXlZV04wYVc5dUpUSXlKVE5CSlRJeWJHbHVaU1V5TWlVeVF5VXlNbmtsTWpJbE0wRWxNakl3SlRJeUpUZEVKVEpESlRkQ0pUSXllQ1V5TWlVelFTVXlNbmNsTWpJbE1rTWxNakpoWTNScGIyNGxNaklsTTBFbE1qSnNhVzVsSlRJeUpUSkRKVEl5ZVNVeU1pVXpRU1V5TW1nbE1qSWxOMFFsTWtNbE4wSWxNako0SlRJeUpUTkJKVEl5TUNVeU1pVXlReVV5TW1GamRHbHZiaVV5TWlVelFTVXlNbXhwYm1VbE1qSWxNa01sTWpKNUpUSXlKVE5CSlRJeWFDVXlNaVUzUkNVeVF5VTNRaVV5TW1GamRHbHZiaVV5TWlVelFTVXlNbU5zYjNObEpUSXlKVGRFSlRWRUpUZEVKVFZFSlRKREpUSXlaM0p2ZFhCT1lXMWxKVEl5SlROQkpUSXlhVzFoWjJWZmMyVmhjbU5vWDNCVGFrVnNhSFJ1Y0ZFNE5EWTJPVFVsTWpJbE1rTWxNakpzYVc1bFUzUjViR1VsTWpJbE0wRWxOMElsTWpKc2FXNWxWMmxrZEdnbE1qSWxNMEV4TGpVbE4wUWxNa01sTWpKamFHbHNaSEpsYmlVeU1pVXpRU1UxUWlVMVJDVXlReVV5TW5KbGMybDZaVVJwY2lVeU1pVXpRU1UxUWlVeU1uUnNKVEl5SlRKREpUSXlkSElsTWpJbE1rTWxNakppY2lVeU1pVXlReVV5TW1Kc0pUSXlKVEpESlRJeWJDVXlNaVV5UXlVeU1uUWxNaklsTWtNbE1qSnlKVEl5SlRKREpUSXlZaVV5TWlVMVJDVXlReVV5TW01aGJXVWxNaklsTTBFbE1qSnBiV0ZuWlY5elpXRnlZMmhmYVVWTlYxQlZVVlZSYkRRd09EazVOaVV5TWlVeVF5VXlNbVpwYkd4VGRIbHNaU1V5TWlVelFTVTNRaVV5TW1sdFlXZGxWeVV5TWlVelFURXdNQ1V5UXlVeU1tUnBjM0JzWVhrbE1qSWxNMEVsTWpKemRISmxkR05vSlRJeUpUSkRKVEl5YVcxaFoyVklKVEl5SlROQk1UQXdKVEpESlRJeWRIbHdaU1V5TWlVelFTVXlNbWx0WVdkbEpUSXlKVEpESlRJeVptbHNaVWxrSlRJeUpUTkJKVEl5YUhSMGNITWxNMEVsTWtZbE1rWnBZMjl1YzJGd2FTNWpiMjBsTWtZMVpXVXlZV1l4WTJVMFlqQmlOemc0WVRrek5qQXpZemd1YzNabkpUSXlKVGRFSlRKREpUSXlkR2hsYldVbE1qSWxNMEVsTjBJbE4wUWxNa01sTWpKcFpDVXlNaVV6UVNVeU1tUmFkWEJIV0ZKc2JGRTBORFF6T0RNbE1qSWxNa01sTWpKaGRIUnlhV0oxZEdVbE1qSWxNMEVsTjBJbE1qSmpiMjUwWVdsdVpYSWxNaklsTTBGbVlXeHpaU1V5UXlVeU1uSnZkR0YwWVdKc1pTVXlNaVV6UVhSeWRXVWxNa01sTWpKMmFYTnBZbXhsSlRJeUpUTkJkSEoxWlNVeVF5VXlNbVpwZUdWa1RHbHVheVV5TWlVelFXWmhiSE5sSlRKREpUSXlZMjlzYkdGd2MyRmliR1VsTWpJbE0wRm1ZV3h6WlNVeVF5VXlNbU52Ykd4aGNITmxaQ1V5TWlVelFXWmhiSE5sSlRKREpUSXliR2x1YTJGaWJHVWxNaklsTTBGMGNuVmxKVEpESlRJeWJXRnlhMlZ5VDJabWMyVjBKVEl5SlROQk5TVTNSQ1V5UXlVeU1tTmhkR1ZuYjNKNUpUSXlKVE5CSlRJeWMyVmhjbU5vSlRJeUpUSkRKVEl5Ykc5amEyVmtKVEl5SlROQlptRnNjMlVsTWtNbE1qSm5jbTkxY0NVeU1pVXpRU1V5TWtoTFNtcDBSMjVqV1U4NU5UVTNNVEVsTWpJbE4wUWxNa01sTWpKR1lteFRRWEJHVkhGaU5EazROVFU0SlRJeUpUTkJKVGRDSlRJeWNHRnlaVzUwSlRJeUpUTkJKVEl5SlRJeUpUSkRKVEl5YkdsdWF5VXlNaVV6UVNVeU1pVXlNaVV5UXlVeU1uTm9ZWEJsVTNSNWJHVWxNaklsTTBFbE4wSWxNakpoYkhCb1lTVXlNaVV6UVRFbE4wUWxNa01sTWpKMFpYaDBRbXh2WTJzbE1qSWxNMEVsTlVJbE5VUWxNa01sTWpKaGJtTm9iM0p6SlRJeUpUTkJKVFZDSlRkQ0pUSXllQ1V5TWlVelFTVXlNbmNsTWtZeUpUSXlKVEpESlRJeWVTVXlNaVV6UVNVeU1qQWxNaklsTjBRbE1rTWxOMElsTWpKNEpUSXlKVE5CSlRJeWR5VXlSaklsTWpJbE1rTWxNako1SlRJeUpUTkJKVEl5YUNVeU1pVTNSQ1V5UXlVM1FpVXlNbmdsTWpJbE0wRWxNakl3SlRJeUpUSkRKVEl5ZVNVeU1pVXpRU1V5TW1nbE1rWXlKVEl5SlRkRUpUSkRKVGRDSlRJeWVDVXlNaVV6UVNVeU1uY2xNaklsTWtNbE1qSjVKVEl5SlROQkpUSXlhQ1V5UmpJbE1qSWxOMFFsTlVRbE1rTWxNakowYVhSc1pTVXlNaVV6UVNVeU1tSjFZMnRsZENVelEySnlKVEl3SlRKR0pUTkZNVEF3ZURFd01DVXlNaVV5UXlVeU1tWnZiblJUZEhsc1pTVXlNaVV6UVNVM1FpVTNSQ1V5UXlVeU1tUmhkR0ZCZEhSeWFXSjFkR1Z6SlRJeUpUTkJKVFZDSlRWRUpUSkRKVEl5Y0hKdmNITWxNaklsTTBFbE4wSWxNako2YVc1a1pYZ2xNaklsTTBFME1TVXlReVV5TW5jbE1qSWxNMEU0TUM0M05qWXpOREV3T1RZNU1UazJKVEpESlRJeWVDVXlNaVV6UVRjNU9DNDNOemt4TVRNME5EZzFNelE0SlRKREpUSXlhQ1V5TWlVelFUZ3dMamMyTmpNME1UQTVOamt4T1RZbE1rTWxNako1SlRJeUpUTkJOamMyTGpVbE1rTWxNakpoYm1kc1pTVXlNaVV6UVRBbE4wUWxNa01sTWpKd1lYUm9KVEl5SlROQkpUVkNKVGRDSlRJeWJHbHVaVk4wZVd4bEpUSXlKVE5CSlRkQ0pUSXliR2x1WlZkcFpIUm9KVEl5SlROQk1DVTNSQ1V5UXlVeU1tRmpkR2x2Ym5NbE1qSWxNMEVsTlVJbE4wSWxNako0SlRJeUpUTkJKVEl5TUNVeU1pVXlReVV5TW1GamRHbHZiaVV5TWlVelFTVXlNbTF2ZG1VbE1qSWxNa01sTWpKNUpUSXlKVE5CSlRJeU1DVXlNaVUzUkNVeVF5VTNRaVV5TW5nbE1qSWxNMEVsTWpKM0pUSXlKVEpESlRJeVlXTjBhVzl1SlRJeUpUTkJKVEl5YkdsdVpTVXlNaVV5UXlVeU1ua2xNaklsTTBFbE1qSXdKVEl5SlRkRUpUSkRKVGRDSlRJeWVDVXlNaVV6UVNVeU1uY2xNaklsTWtNbE1qSmhZM1JwYjI0bE1qSWxNMEVsTWpKc2FXNWxKVEl5SlRKREpUSXllU1V5TWlVelFTVXlNbWdsTWpJbE4wUWxNa01sTjBJbE1qSjRKVEl5SlROQkpUSXlNQ1V5TWlVeVF5VXlNbUZqZEdsdmJpVXlNaVV6UVNVeU1teHBibVVsTWpJbE1rTWxNako1SlRJeUpUTkJKVEl5YUNVeU1pVTNSQ1V5UXlVM1FpVXlNbUZqZEdsdmJpVXlNaVV6UVNVeU1tTnNiM05sSlRJeUpUZEVKVFZFSlRkRUpUVkVKVEpESlRJeVozSnZkWEJPWVcxbEpUSXlKVE5CSlRJeWFXMWhaMlZmYzJWaGNtTm9YM0JUYWtWc2FIUnVjRkU0TkRZMk9UVWxNaklsTWtNbE1qSnNhVzVsVTNSNWJHVWxNaklsTTBFbE4wSWxNakpzYVc1bFYybGtkR2dsTWpJbE0wRXhMalVsTjBRbE1rTWxNakpqYUdsc1pISmxiaVV5TWlVelFTVTFRaVUxUkNVeVF5VXlNbkpsYzJsNlpVUnBjaVV5TWlVelFTVTFRaVV5TW5Sc0pUSXlKVEpESlRJeWRISWxNaklsTWtNbE1qSmljaVV5TWlVeVF5VXlNbUpzSlRJeUpUSkRKVEl5YkNVeU1pVXlReVV5TW5RbE1qSWxNa01sTWpKeUpUSXlKVEpESlRJeVlpVXlNaVUxUkNVeVF5VXlNbTVoYldVbE1qSWxNMEVsTWpKcGJXRm5aVjl6WldGeVkyaGZhVVZOVjFCVlVWVlJiRFF3T0RrNU5pVXlNaVV5UXlVeU1tWnBiR3hUZEhsc1pTVXlNaVV6UVNVM1FpVXlNbWx0WVdkbFZ5VXlNaVV6UVRFd01DVXlReVV5TW1ScGMzQnNZWGtsTWpJbE0wRWxNakp6ZEhKbGRHTm9KVEl5SlRKREpUSXlhVzFoWjJWSUpUSXlKVE5CTVRBd0pUSkRKVEl5ZEhsd1pTVXlNaVV6UVNVeU1tbHRZV2RsSlRJeUpUSkRKVEl5Wm1sc1pVbGtKVEl5SlROQkpUSXlhSFIwY0hNbE0wRWxNa1lsTWtacFkyOXVjMkZ3YVM1amIyMGxNa1kxWldVeVlXWXhZMlUwWWpCaU56ZzRZVGt6TmpBell6Z3VjM1puSlRJeUpUZEVKVEpESlRJeWRHaGxiV1VsTWpJbE0wRWxOMElsTjBRbE1rTWxNakpwWkNVeU1pVXpRU1V5TWtaaWJGTkJjRVpVY1dJME9UZzFOVGdsTWpJbE1rTWxNakpoZEhSeWFXSjFkR1VsTWpJbE0wRWxOMElsTWpKamIyNTBZV2x1WlhJbE1qSWxNMEZtWVd4elpTVXlReVV5TW5KdmRHRjBZV0pzWlNVeU1pVXpRWFJ5ZFdVbE1rTWxNakoyYVhOcFlteGxKVEl5SlROQmRISjFaU1V5UXlVeU1tWnBlR1ZrVEdsdWF5VXlNaVV6UVdaaGJITmxKVEpESlRJeVkyOXNiR0Z3YzJGaWJHVWxNaklsTTBGbVlXeHpaU1V5UXlVeU1tTnZiR3hoY0hObFpDVXlNaVV6UVdaaGJITmxKVEpESlRJeWJHbHVhMkZpYkdVbE1qSWxNMEYwY25WbEpUSkRKVEl5YldGeWEyVnlUMlptYzJWMEpUSXlKVE5CTlNVM1JDVXlReVV5TW1OaGRHVm5iM0o1SlRJeUpUTkJKVEl5YzJWaGNtTm9KVEl5SlRKREpUSXliRzlqYTJWa0pUSXlKVE5CWm1Gc2MyVWxNa01sTWpKbmNtOTFjQ1V5TWlVelFTVXlNa2hMU21wMFIyNWpXVTg1TlRVM01URWxNaklsTjBRbE1rTWxNakpRU0cxbVRWZDBTazU1TlRReE56WTRKVEl5SlROQkpUZENKVEl5ZEdWNGRFSnNiMk5ySlRJeUpUTkJKVFZDSlRWRUpUSkRKVEl5Y0c5cGJuUnpKVEl5SlROQkpUVkNKVGRDSlRJeWVDVXlNaVV6UVRJNU9TNDNNakExT0RneU16VXlPVFF4TkNVeVF5VXlNbmtsTWpJbE0wRTBPRGtsTjBRbE1rTWxOMElsTWpKNEpUSXlKVE5CTWprNUxqY3lNRFU0T0RJek5USTVOREUwSlRKREpUSXllU1V5TWlVelFUUTRPU1UzUkNVMVJDVXlReVV5TW1SaGRHRkJkSFJ5YVdKMWRHVnpKVEl5SlROQkpUVkNKVFZFSlRKREpUSXljSEp2Y0hNbE1qSWxNMEVsTjBJbE1qSjZhVzVrWlhnbE1qSWxNMEUwTWlVeVF5VXlNbmdsTWpJbE0wRnVkV3hzSlRKREpUSXllU1V5TWlVelFXNTFiR3dsTjBRbE1rTWxNakpzYVc1clpYSlVlWEJsSlRJeUpUTkJKVEl5WW5KdmEyVnVKVEl5SlRKREpUSXliR2x1WlZOMGVXeGxKVEl5SlROQkpUZENKVEl5YkdsdVpWTjBlV3hsSlRJeUpUTkJKVEl5Wkc5MEpUSXlKVEpESlRJeVpXNWtRWEp5YjNkVGRIbHNaU1V5TWlVelFTVXlNbTV2Ym1VbE1qSWxNa01sTWpKc2FXNWxWMmxrZEdnbE1qSWxNMEV4TGpVbE4wUWxNa01sTWpKdVlXMWxKVEl5SlROQkpUSXliR2x1YTJWeUpUSXlKVEpESlRJeVpuSnZiU1V5TWlVelFTVTNRaVV5TW5nbE1qSWxNMEV5TnpVdU9UUXhNVGMyTkRjd05UZzRNeVV5UXlVeU1ua2xNaklsTTBFME9Ea2xNa01sTWpKaGJtZHNaU1V5TWlVelFUTXVNVFF4TlRreU5qVXpOVGc1TnpreU1pVXlReVV5TW1sa0pUSXlKVE5CSlRJeWFIcGtZVU5KUjNCeVJqYzJORGM1TVNVeU1pVTNSQ1V5UXlVeU1tbGtKVEl5SlROQkpUSXlVRWh0WmsxWGRFcE9lVFUwTVRjMk9DVXlNaVV5UXlVeU1uUmxlSFFsTWpJbE0wRWxNaklsTWpJbE1rTWxNakowYnlVeU1pVXpRU1UzUWlVeU1uZ2xNaklsTTBFek1qTXVOU1V5UXlVeU1ua2xNaklsTTBFME9Ea2xNa01sTWpKaGJtZHNaU1V5TWlVelFUQWxNa01sTWpKcFpDVXlNaVV6UVNVeU1tZENTMnBDZVZCMFluY3hOREkwTWpJbE1qSWxOMFFsTWtNbE1qSnNiMk5yWldRbE1qSWxNMEZtWVd4elpTVXlReVV5TW1keWIzVndKVEl5SlROQkpUSXlTbUZwUW5adFUwSnlkRFk1TXpNM05DVXlNaVUzUkNVeVF5VXlNbFpXWkVsd1YyMVhXWGMyTWpjME56QWxNaklsTTBFbE4wSWxNakowWlhoMFFteHZZMnNsTWpJbE0wRWxOVUlsTlVRbE1rTWxNakp3YjJsdWRITWxNaklsTTBFbE5VSWxOMElsTWpKNEpUSXlKVE5CTkRNM0xqYzNPVFF4TVRjMk5EY3dOVGcySlRKREpUSXllU1V5TWlVelFUUTRPU1UzUkNVeVF5VTNRaVV5TW5nbE1qSWxNMEUwTXpjdU56YzVOREV4TnpZME56QTFPRFlsTWtNbE1qSjVKVEl5SlROQk5EZzVKVGRFSlRWRUpUSkRKVEl5WkdGMFlVRjBkSEpwWW5WMFpYTWxNaklsTTBFbE5VSWxOVVFsTWtNbE1qSndjbTl3Y3lVeU1pVXpRU1UzUWlVeU1ucHBibVJsZUNVeU1pVXpRVFF6SlRKREpUSXllQ1V5TWlVelFXNTFiR3dsTWtNbE1qSjVKVEl5SlROQmJuVnNiQ1UzUkNVeVF5VXlNbXhwYm10bGNsUjVjR1VsTWpJbE0wRWxNakppY205clpXNGxNaklsTWtNbE1qSnNhVzVsVTNSNWJHVWxNaklsTTBFbE4wSWxNakpzYVc1bFUzUjViR1VsTWpJbE0wRWxNakprYjNRbE1qSWxNa01sTWpKbGJtUkJjbkp2ZDFOMGVXeGxKVEl5SlROQkpUSXlibTl1WlNVeU1pVXlReVV5TW14cGJtVlhhV1IwYUNVeU1pVXpRVEV1TlNVM1JDVXlReVV5TW01aGJXVWxNaklsTTBFbE1qSnNhVzVyWlhJbE1qSWxNa01sTWpKbWNtOXRKVEl5SlROQkpUZENKVEl5ZUNVeU1pVXpRVFF4Tmk0MUpUSkRKVEl5ZVNVeU1pVXpRVFE0T1NVeVF5VXlNbUZ1WjJ4bEpUSXlKVE5CTXk0eE5ERTFPVEkyTlRNMU9EazNPVEl5SlRKREpUSXlhV1FsTWpJbE0wRWxNakpuUWt0cVFubFFkR0ozTVRReU5ESXlKVEl5SlRkRUpUSkRKVEl5YVdRbE1qSWxNMEVsTWpKV1ZtUkpjRmR0VjFsM05qSTNORGN3SlRJeUpUSkRKVEl5ZEdWNGRDVXlNaVV6UVNVeU1pVXlNaVV5UXlVeU1uUnZKVEl5SlROQkpUZENKVEl5ZUNVeU1pVXpRVFExT1M0d05UZzRNak0xTWprME1URTNKVEpESlRJeWVTVXlNaVV6UVRRNE9TVXlReVV5TW1GdVoyeGxKVEl5SlROQk1DVXlReVV5TW1sa0pUSXlKVE5CSlRJeWJrWjRhVUZZYTFCUGVUSXlPRE0xTWlVeU1pVTNSQ1V5UXlVeU1teHZZMnRsWkNVeU1pVXpRV1poYkhObEpUSkRKVEl5WjNKdmRYQWxNaklsTTBFbE1qSktZV2xDZG0xVFFuSjBOamt6TXpjMEpUSXlKVGRFSlRKREpUSXliblp5Y0VaRlFXcENjemd5TkRRM05DVXlNaVV6UVNVM1FpVXlNblJsZUhSQ2JHOWpheVV5TWlVelFTVTFRaVUxUkNVeVF5VXlNbkJ2YVc1MGN5VXlNaVV6UVNVMVFpVTFSQ1V5UXlVeU1tUmhkR0ZCZEhSeWFXSjFkR1Z6SlRJeUpUTkJKVFZDSlRWRUpUSkRKVEl5Y0hKdmNITWxNaklsTTBFbE4wSWxNako2YVc1a1pYZ2xNaklsTTBFME5DVXlReVV5TW5nbE1qSWxNMEZ1ZFd4c0pUSkRKVEl5ZVNVeU1pVXpRVzUxYkd3bE4wUWxNa01sTWpKc2FXNXJaWEpVZVhCbEpUSXlKVE5CSlRJeWJtOXliV0ZzSlRJeUpUSkRKVEl5YkdsdVpWTjBlV3hsSlRJeUpUTkJKVGRDSlRJeVpXNWtRWEp5YjNkVGRIbHNaU1V5TWlVelFTVXlNbTV2Ym1VbE1qSWxNa01sTWpKc2FXNWxWMmxrZEdnbE1qSWxNMEV6SlRkRUpUSkRKVEl5Ym1GdFpTVXlNaVV6UVNVeU1teHBibXRsY2lVeU1pVXlReVV5TW1aeWIyMGxNaklsTTBFbE4wSWxNako0SlRJeUpUTkJNemN3SlRKREpUSXllU1V5TWlVelFUWXhNeVV5UXlVeU1tRnVaMnhsSlRJeUpUTkJOQzQzTVRJek9EZzVPREF6T0RRMk9TVXlReVV5TW1sa0pUSXlKVE5CSlRJeVYxcHlaVlpEYlVWWVN6QTNOREV5TWlVeU1pVTNSQ1V5UXlVeU1tbGtKVEl5SlROQkpUSXliblp5Y0VaRlFXcENjemd5TkRRM05DVXlNaVV5UXlVeU1uUmxlSFFsTWpJbE0wRWxNaklsTWpJbE1rTWxNakowYnlVeU1pVXpRU1UzUWlVeU1uZ2xNaklsTTBFek56QWxNa01sTWpKNUpUSXlKVE5CTmpZekpUSkRKVEl5WVc1bmJHVWxNaklsTTBFeExqVTNNRGM1TmpNeU5qYzVORGc1TnpRbE1rTWxNakpwWkNVeU1pVXpRU1V5TWxsTldrWnBlbTl1VEhNME16VXdOaklsTWpJbE4wUWxNa01sTWpKc2IyTnJaV1FsTWpJbE0wRm1ZV3h6WlNVeVF5VXlNbWR5YjNWd0pUSXlKVE5CSlRJeUpUSXlKVGRFSlRKREpUSXlZazF4V205RGJFZDBkRGd6TnpBMU9TVXlNaVV6UVNVM1FpVXlNblJsZUhSQ2JHOWpheVV5TWlVelFTVTFRaVUxUkNVeVF5VXlNbkJ2YVc1MGN5VXlNaVV6UVNVMVFpVTFSQ1V5UXlVeU1tUmhkR0ZCZEhSeWFXSjFkR1Z6SlRJeUpUTkJKVFZDSlRWRUpUSkRKVEl5Y0hKdmNITWxNaklsTTBFbE4wSWxNako2YVc1a1pYZ2xNaklsTTBFME5TVXlReVV5TW5nbE1qSWxNMEZ1ZFd4c0pUSkRKVEl5ZVNVeU1pVXpRVzUxYkd3bE4wUWxNa01sTWpKc2FXNXJaWEpVZVhCbEpUSXlKVE5CSlRJeWJtOXliV0ZzSlRJeUpUSkRKVEl5YkdsdVpWTjBlV3hsSlRJeUpUTkJKVGRDSlRJeVpXNWtRWEp5YjNkVGRIbHNaU1V5TWlVelFTVXlNbTV2Ym1VbE1qSWxNa01sTWpKc2FXNWxWMmxrZEdnbE1qSWxNMEV6SlRkRUpUSkRKVEl5Ym1GdFpTVXlNaVV6UVNVeU1teHBibXRsY2lVeU1pVXlReVV5TW1aeWIyMGxNaklsTTBFbE4wSWxNako0SlRJeUpUTkJPRFl3SlRKREpUSXllU1V5TWlVelFUWXhNeVV5UXlVeU1tRnVaMnhsSlRJeUpUTkJOQzQzTVRJek9EZzVPREF6T0RRMk9TVXlReVV5TW1sa0pUSXlKVE5CSlRJeWFWVjZTMmR1VVdsd1R6WXlORFk1TlNVeU1pVTNSQ1V5UXlVeU1tbGtKVEl5SlROQkpUSXlZazF4V205RGJFZDBkRGd6TnpBMU9TVXlNaVV5UXlVeU1uUmxlSFFsTWpJbE0wRWxNaklsTWpJbE1rTWxNakowYnlVeU1pVXpRU1UzUWlVeU1uZ2xNaklsTTBFNE5qQWxNa01sTWpKNUpUSXlKVE5CTmpZeUxqYzJOak0wTVRBNU5qa3hPVFlsTjBRbE1rTWxNakpzYjJOclpXUWxNaklsTTBGbVlXeHpaU1V5UXlVeU1tZHliM1Z3SlRJeUpUTkJKVEl5SlRJeUpUZEVKVEpESlRJeWRGbDFaM05uV201U1ZqVTJPVFF4T1NVeU1pVXpRU1UzUWlVeU1uQmhjbVZ1ZENVeU1pVXpRU1V5TWlVeU1pVXlReVV5TW14cGJtc2xNaklsTTBFbE1qSWxNaklsTWtNbE1qSnphR0Z3WlZOMGVXeGxKVEl5SlROQkpUZENKVEl5WVd4d2FHRWxNaklsTTBFeEpUZEVKVEpESlRJeWRHVjRkRUpzYjJOckpUSXlKVE5CSlRWQ0pUZENKVEl5Y0c5emFYUnBiMjRsTWpJbE0wRWxOMElsTWpKM0pUSXlKVE5CSlRJeWR5VXlNaVV5UXlVeU1uZ2xNaklsTTBFd0pUSkRKVEl5YUNVeU1pVXpRU1V5TW1nbE1qSWxNa01sTWpKNUpUSXlKVE5CTUNVM1JDVXlReVV5TW5SbGVIUWxNaklsTTBFbE1qSWxNME5pSlRORkpVVTRKVUZGSlVFeEpVVTNKVUZGSlRrM0pVVTFKVUpESlRrMUpVVTJKVGt6SlRoRkpUTkRKVEpHWWlVelJT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JKVGsySlRnM0pVVTJKVGxESlVGREpUSXlKVEpESlRJeVptOXVkRk4wZVd4bEpUSXlKVE5CSlRkQ0pUSXljMmw2WlNVeU1pVXpRVEU0SlRkRUpUSkRKVEl5WkdGMFlVRjBkSEpwWW5WMFpYTWxNaklsTTBFbE5VSWxOMElsTWpKdVlXMWxKVEl5SlROQkpUSXlKVVUxSlVKQkpUaEdKVVUxSlRoR0pVSTNKVEl5SlRKREpUSXlhV1FsTWpJbE0wRWxNakp0YVhKdFVrVk9jRXRSTmpjMk1EQTJKVEl5SlRKREpUSXlkSGx3WlNVeU1pVXpRU1V5TW01MWJXSmxjaVV5TWlVeVF5VXlNbU5oZEdWbmIzSjVKVEl5SlROQkpUSXlaR1ZtWVhWc2RDVXlNaVV5UXlVeU1uWmhiSFZsSlRJeUpUTkJKVEl5SlRJeUpUZEVKVEpESlRkQ0pUSXlibUZ0WlNVeU1pVXpRU1V5TWlWRk5TVTVNQ1U0UkNWRk55VkJOeVZDTUNVeU1pVXlReVV5TW1sa0pUSXlKVE5CSlRJeVFVOUtXSGxCVTBGUWJUVTJNamMxTkNVeU1pVXlReVV5TW5SNWNHVWxNaklsTTBFbE1qSnpkSEpwYm1jbE1qSWxNa01sTWpKallYUmxaMjl5ZVNVeU1pVXpRU1V5TW1SbFptRjFiSFFsTWpJbE1rTWxNakoyWVd4MVpTVXlNaVV6UVNVeU1pVXlNaVUzUkNVeVF5VTNRaVV5TW01aGJXVWxNaklsTTBFbE1qSWxSVFlsT0RrbE9EQWxSVFlsT1VNbE9Ea2xSVGdsT0RBbE9EVWxNaklsTWtNbE1qSnBaQ1V5TWlVelFTVXlNa0pHWW01c1NtbHVWMlF5TVRnM05Ua2xNaklsTWtNbE1qSjBlWEJsSlRJeUpUTkJKVEl5YzNSeWFXNW5KVEl5SlRKREpUSXlZMkYwWldkdmNua2xNaklsTTBFbE1qSmtaV1poZFd4MEpUSXlKVEpESlRJeWRtRnNkV1VsTWpJbE0wRWxNaklsTWpJbE4wUWxNa01sTjBJbE1qSnVZVzFsSlRJeUpUTkJKVEl5SlVVNEpVSkdKVGxGSlVVMkpUaEZKVUUxSlRJeUpUSkRKVEl5YVdRbE1qSWxNMEVsTWpKYVpFaDNhWE5TWkZCRU1qYzBOamcxSlRJeUpUSkRKVEl5ZEhsd1pTVXlNaVV6UVNVeU1teHBibXNsTWpJbE1rTWxNakpqWVhSbFoyOXllU1V5TWlVelFTVXlNbVJsWm1GMWJIUWxNaklsTWtNbE1qSjJZV3gxWlNVeU1pVXpRU1V5TWlVeU1pVTNSQ1V5UXlVM1FpVXlNbTVoYldVbE1qSWxNMEVsTWpJbFJUUWxRa1VsUWtZbFJUY2xRVU1sUWtFbE1qSWxNa01sTWpKcFpDVXlNaVV6UVNVeU1taDJRVVpyZGxGWlEza3hNemcxTWpBbE1qSWxNa01sTWpKMGVYQmxKVEl5SlROQkpUSXljM1J5YVc1bkpUSXlKVEpESlRJeVkyRjBaV2R2Y25rbE1qSWxNMEVsTWpKa1pXWmhkV3gwSlRJeUpUSkRKVEl5ZG1Gc2RXVWxNaklsTTBFbE1qSWxNaklsTjBRbE5VUWxNa01sTWpKd2NtOXdjeVV5TWlVelFTVTNRaVV5TW5wcGJtUmxlQ1V5TWlVelFUUTJKVEpESlRJeWR5VXlNaVV6UVRFMU9DVXlReVV5TW5nbE1qSWxNMEV4TURjMUpUSkRKVEl5YUNVeU1pVXpRVFF3SlRKREpUSXllU1V5TWlVelFUUTNNQ1V5UXlVeU1tRnVaMnhsSlRJeUpUTkJNQ1UzUkNVeVF5VXlNbkJoZEdnbE1qSWxNMEVsTlVJbE4wSWxNakpzYVc1bFUzUjViR1VsTWpJbE0wRWxOMElsTWpKc2FXNWxWMmxrZEdnbE1qSWxNMEV3SlRkRUpUSkRKVEl5Wm1sc2JGTjBlV3hsSlRJeUpUTkJKVGRDSlRJeWRIbHdaU1V5TWlVelFTVXlNbTV2Ym1VbE1qSWxOMFFsTWtNbE1qSmhZM1JwYjI1ekpUSXlKVE5CSlRWQ0pUZENKVEl5ZUNVeU1pVXpRU1V5TWpBbE1qSWxNa01sTWpKaFkzUnBiMjRsTWpJbE0wRWxNakp0YjNabEpUSXlKVEpESlRJeWVTVXlNaVV6UVNVeU1qQWxNaklsTjBRbE1rTWxOMElsTWpKNEpUSXlKVE5CSlRJeWR5VXlNaVV5UXlVeU1tRmpkR2x2YmlVeU1pVXpRU1V5TW14cGJtVWxNaklsTWtNbE1qSjVKVEl5SlROQkpUSXlNQ1V5TWlVM1JDVXlReVUzUWlVeU1uZ2xNaklsTTBFbE1qSjNKVEl5SlRKREpUSXlZV04wYVc5dUpUSXlKVE5CSlRJeWJHbHVaU1V5TWlVeVF5VXlNbmtsTWpJbE0wRWxNakpvSlRJeUpUZEVKVEpESlRkQ0pUSXllQ1V5TWlVelFTVXlNakFsTWpJbE1rTWxNakpoWTNScGIyNGxNaklsTTBFbE1qSnNhVzVsSlRJeUpUSkRKVEl5ZVNVeU1pVXpRU1V5TW1nbE1qSWxOMFFsTWtNbE4wSWxNakpoWTNScGIyNGxNaklsTTBFbE1qSmpiRzl6WlNVeU1pVTNSQ1UxUkNVM1JDVTFSQ1V5UXlVeU1teHBibVZUZEhsc1pTVXlNaVV6UVNVM1FpVXlNbXhwYm1WWGFXUjBhQ1V5TWlVelFURXVOU1UzUkNVeVF5VXlNbU5vYVd4a2NtVnVKVEl5SlROQkpUVkNKVFZFSlRKREpUSXljbVZ6YVhwbFJHbHlKVEl5SlROQkpUVkNKVEl5ZEd3bE1qSWxNa01sTWpKMGNpVXlNaVV5UXlVeU1tSnlKVEl5SlRKREpUSXlZbXdsTWpJbE1rTWxNakpzSlRJeUpUSkRKVEl5ZENVeU1pVXlReVV5TW5JbE1qSWxNa01sTWpKaUpUSXlKVFZFSlRKREpUSXlibUZ0WlNVeU1pVXpRU1V5TW5SbGVIUWxNaklsTWtNbE1qSm1hV3hzVTNSNWJHVWxNaklsTTBFbE4wSWxOMFFsTWtNbE1qSjBhR1Z0WlNVeU1pVXpRU1UzUWlVM1JDVXlReVV5TW1sa0pUSXlKVE5CSlRJeWRGbDFaM05uV201U1ZqVTJPVFF4T1NVeU1pVXlReVV5TW1GMGRISnBZblYwWlNVeU1pVXpRU1UzUWlVeU1tTnZiblJoYVc1bGNpVXlNaVV6UVdaaGJITmxKVEpESlRJeWNtOTBZWFJoWW14bEpUSXlKVE5CZEhKMVpTVXlReVV5TW5acGMybGliR1VsTWpJbE0wRjBjblZsSlRKREpUSXlabWw0WldSTWFXNXJKVEl5SlROQlptRnNjMlVsTWtNbE1qSmpiMnhzWVhCellXSnNaU1V5TWlVelFXWmhiSE5sSlRKREpUSXlZMjlzYkdGd2MyVmtKVEl5SlROQlptRnNjMlVsTWtNbE1qSnNhVzVyWVdKc1pTVXlNaVV6UVhSeWRXVWxNa01sTWpKdFlYSnJaWEpQWm1aelpYUWxNaklsTTBFMUpUZEVKVEpESlRJeVkyRjBaV2R2Y25rbE1qSWxNMEVsTWpKaVlYTnBZeVV5TWlVeVF5VXlNbXh2WTJ0bFpDVXlNaVV6UVdaaGJITmxKVEpESlRJeVozSnZkWEFsTWpJbE0wRWxNaklsTWpJbE4wUWxNa01sTWpKNGRFOVFlVTlYZVhaak9EazVNamswSlRJeUpUTkJKVGRDSlRJeWNHRnlaVzUwSlRJeUpUTkJKVEl5SlRJeUpUSkRKVEl5YkdsdWF5VXlNaVV6UVNVeU1pVXlNaVV5UXlVeU1uTm9ZWEJsVTNSNWJHVWxNaklsTTBFbE4wSWxNakpoYkhCb1lTVXlNaVV6UVRFbE4wUWxNa01sTWpKMFpYaDBRbXh2WTJzbE1qSWxNMEVsTlVJbE4wSWxNakp3YjNOcGRHbHZiaVV5TWlVelFTVTNRaVV5TW5jbE1qSWxNMEVsTWpKM0pUSXlKVEpESlRJeWVDVXlNaVV6UVRBbE1rTWxNakpvSlRJeUpUTkJKVEl5YUNVeU1pVXlReVV5TW5rbE1qSWxNMEV3SlRkRUpUSkRKVEl5ZEdWNGRDVXlNaVV6UVNVeU1pVXpRMklsTTBVbFJUWWxPVFVsUWpBbFJUWWxPRVFsUVVVbFJUVWxRVVFsT1RnbFJUVWxPRElsUVRnbE0wTWxNa1ppSlRORk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EpUSXlkR2wwYkdVbE1qSWxNMEVsTWpJbFJUWWxPVFlsT0RjbFJUWWxPVU1sUVVNbE1qSWxNa01sTWpKbWIyNTBVM1I1YkdVbE1qSWxNMEVsTjBJbE1qSnphWHBsSlRJeUpUTkJNVGdsTjBRbE1rTWxNakprWVhSaFFYUjBjbWxpZFhSbGN5VXlNaVV6UVNVMVFpVTNRaVV5TW01aGJXVWxNaklsTTBFbE1qSWxSVFVsUWtFbE9FWWxSVFVsT0VZbFFqY2xNaklsTWtNbE1qSnBaQ1V5TWlVelFTVXlNbGhuVVZsMllsWnNWMVUzT1RFek5qQWxNaklsTWtNbE1qSjBlWEJsSlRJeUpUTkJKVEl5Ym5WdFltVnlKVEl5SlRKREpUSXlZMkYwWldkdmNua2xNaklsTTBFbE1qSmtaV1poZFd4MEpUSXlKVEpESlRJeWRtRnNkV1VsTWpJbE0wRWxNaklsTWpJbE4wUWxNa01sTjBJbE1qSnVZVzFsSlRJeUpUTkJKVEl5SlVVMUpUa3dKVGhFSlVVM0pVRTNKVUl3SlRJeUpUSkRKVEl5YVdRbE1qSWxNMEVsTWpKbVVGQlBWa042Wm14Vk1UY3dNRFU0SlRJeUpUSkRKVEl5ZEhsd1pTVXlNaVV6UVNVeU1uTjBjbWx1WnlVeU1pVXlReVV5TW1OaGRHVm5iM0o1SlRJeUpUTkJKVEl5WkdWbVlYVnNkQ1V5TWlVeVF5VXlNblpoYkhWbEpUSXlKVE5CSlRJeUpUSXlKVGRFSlRKREpUZENKVEl5Ym1GdFpTVXlNaVV6UVNVeU1pVkZOaVU0T1NVNE1DVkZOaVU1UXlVNE9TVkZPQ1U0TUNVNE5TVXlNaVV5UXlVeU1tbGtKVEl5SlROQkpUSXlSVUZEZFV4MGFYTmljVFV4TlRrd015VXlNaVV5UXlVeU1uUjVjR1VsTWpJbE0wRWxNakp6ZEhKcGJtY2xNaklsTWtNbE1qSmpZWFJsWjI5eWVTVXlNaVV6UVNVeU1tUmxabUYxYkhRbE1qSWxNa01sTWpKMllXeDFaU1V5TWlVelFTVXlNaVV5TWlVM1JDVXlReVUzUWlVeU1tNWhiV1VsTWpJbE0wRWxNaklsUlRnbFFrWWxPVVVsUlRZbE9FVWxRVFVsTWpJbE1rTWxNakpwWkNVeU1pVXpRU1V5TW5oQ1ZsbGFSRWRMU0c0d01ERXhOek1sTWpJbE1rTWxNakowZVhCbEpUSXlKVE5CSlRJeWJHbHVheVV5TWlVeVF5VXlNbU5oZEdWbmIzSjVKVEl5SlROQkpUSXlaR1ZtWVhWc2RDVXlNaVV5UXlVeU1uWmhiSFZsSlRJeUpUTkJKVEl5SlRJeUpUZEVKVEpESlRkQ0pUSXlibUZ0WlNVeU1pVXpRU1V5TWlWRk5DVkNSU1ZDUmlWRk55VkJReVZDUVNVeU1pVXlReVV5TW1sa0pUSXlKVE5CSlRJeVZXTlVkVmxaUlZWdFREazVNVGt5TUNVeU1pVXlReVV5TW5SNWNHVWxNaklsTTBFbE1qSnpkSEpwYm1jbE1qSWxNa01sTWpKallYUmxaMjl5ZVNVeU1pVXpRU1V5TW1SbFptRjFiSFFsTWpJbE1rTWxNakoyWVd4MVpTVXlNaVV6UVNVeU1pVXlNaVUzUkNVMVJDVXlReVV5TW5CeWIzQnpKVEl5SlROQkpUZENKVEl5ZW1sdVpHVjRKVEl5SlROQk5EY2xNa01sTWpKM0pUSXlKVE5CTVRVNEpUSkRKVEl5ZUNVeU1pVXpRVEV3TnpVbE1rTWxNakpvSlRJeUpUTkJOREFsTWtNbE1qSjVKVEl5SlROQk5qazJMamc0TXpFM01EVTBPRFExT1RnbE1rTWxNakpoYm1kc1pTVXlNaVV6UVRBbE4wUWxNa01sTWpKd1lYUm9KVEl5SlROQkpUVkNKVGRDSlRJeWJHbHVaVk4wZVd4bEpUSXlKVE5CSlRkQ0pUSXliR2x1WlZkcFpIUm9KVEl5SlROQk1DVTNSQ1V5UXlVeU1tWnBiR3hUZEhsc1pTVXlNaVV6UVNVM1FpVXlNblI1Y0dVbE1qSWxNMEVsTWpKdWIyNWxKVEl5SlRkRUpUSkRKVEl5WVdOMGFXOXVjeVV5TWlVelFTVTFRaVUzUWlVeU1uZ2xNaklsTTBFbE1qSXdKVEl5SlRKREpUSXlZV04wYVc5dUpUSXlKVE5CSlRJeWJXOTJaU1V5TWlVeVF5VXlNbmtsTWpJbE0wRWxNakl3SlRJeUpUZEVKVEpESlRkQ0pUSXllQ1V5TWlVelFTVXlNbmNsTWpJbE1rTWxNakpoWTNScGIyNGxNaklsTTBFbE1qSnNhVzVsSlRJeUpUSkRKVEl5ZVNVeU1pVXpRU1V5TWpBbE1qSWxOMFFsTWtNbE4wSWxNako0SlRJeUpUTkJKVEl5ZHlVeU1pVXlReVV5TW1GamRHbHZiaVV5TWlVelFTVXlNbXhwYm1VbE1qSWxNa01sTWpKNUpUSXlKVE5CSlRJeWFDVXlNaVUzUkNVeVF5VTNRaVV5TW5nbE1qSWxNMEVsTWpJd0pUSXlKVEpESlRJeVlXTjBhVzl1SlRJeUpUTkJKVEl5YkdsdVpTVXlNaVV5UXlVeU1ua2xNaklsTTBFbE1qSm9KVEl5SlRkRUpUSkRKVGRDSlRJeVlXTjBhVzl1SlRJeUpUTkJKVEl5WTJ4dmMyVWxNaklsTjBRbE5VUWxOMFFsTlVRbE1rTWxNakpzYVc1bFUzUjViR1VsTWpJbE0wRWxOMElsTWpKc2FXNWxWMmxrZEdnbE1qSWxNMEV4TGpVbE4wUWxNa01sTWpKamFHbHNaSEpsYmlVeU1pVXpRU1UxUWlVMVJDVXlReVV5TW5KbGMybDZaVVJwY2lVeU1pVXpRU1UxUWlVeU1uUnNKVEl5SlRKREpUSXlkSElsTWpJbE1rTWxNakppY2lVeU1pVXlReVV5TW1Kc0pUSXlKVEpESlRJeWJDVXlNaVV5UXlVeU1uUWxNaklsTWtNbE1qSnlKVEl5SlRKREpUSXlZaVV5TWlVMVJDVXlReVV5TW01aGJXVWxNaklsTTBFbE1qSjBaWGgwSlRJeUpUSkRKVEl5Wm1sc2JGTjBlV3hsSlRJeUpUTkJKVGRDSlRkRUpUSkRKVEl5ZEdobGJXVWxNaklsTTBFbE4wSWxOMFFsTWtNbE1qSnBaQ1V5TWlVelFTVXlNbmgwVDFCNVQxZDVkbU00T1RreU9UUWxNaklsTWtNbE1qSmhkSFJ5YVdKMWRHVWxNaklsTTBFbE4wSWxNakpqYjI1MFlXbHVaWElsTWpJbE0wRm1ZV3h6WlNVeVF5VXlNbkp2ZEdGMFlXSnNaU1V5TWlVelFYUnlkV1VsTWtNbE1qSjJhWE5wWW14bEpUSXlKVE5CZEhKMVpTVXlReVV5TW1acGVHVmtUR2x1YXlVeU1pVXpRV1poYkhObEpUSkRKVEl5WTI5c2JHRndjMkZpYkdVbE1qSWxNMEZtWVd4elpTVXlReVV5TW1OdmJHeGhjSE5sWkNVeU1pVXpRV1poYkhObEpUSkRKVEl5YkdsdWEyRmliR1VsTWpJbE0wRjBjblZsSlRKREpUSXliV0Z5YTJWeVQyWm1jMlYwSlRJeUpUTkJOU1UzUkNVeVF5VXlNbU5oZEdWbmIzSjVKVEl5SlROQkpUSXlZbUZ6YVdNbE1qSWxNa01sTWpKc2IyTnJaV1FsTWpJbE0wRm1ZV3h6WlNVeVF5VXlNbWR5YjNWd0pUSXlKVE5CSlRJeUpUSXlKVGRFSlRKREpUSXlSMDU1VjNsbmRuaHRXakEyTkRjd05TVXlNaVV6UVNVM1FpVXlNbkJoY21WdWRDVXlNaVV6UVNVeU1pVXlNaVV5UXlVeU1teHBibXNsTWpJbE0wRWxNaklsTWpJbE1rTWxNakp6YUdGd1pWTjBlV3hsSlRJeUpUTkJKVGRDSlRJeVlXeHdhR0VsTWpJbE0wRXhKVGRFSlRKREpUSXlkR1Y0ZEVKc2IyTnJKVEl5SlROQkpUVkNKVGRDSlRJeWNHOXphWFJwYjI0bE1qSWxNMEVsTjBJbE1qSjNKVEl5SlROQkpUSXlkeVV5TWlVeVF5VXlNbmdsTWpJbE0wRXdKVEpESlRJeWFDVXlNaVV6UVNVeU1tZ2xNaklsTWtNbE1qSjVKVEl5SlROQk1DVTNSQ1V5UXlVeU1uUmxlSFFsTWpJbE0wRWxNaklsTTBOaUpUTkZKVVUwSlVJNEpUbEJKVVUxSlRoQkpVRXhKVVUySlVFNEpVRXhKVVUxSlRsRkpUaENKVE5ESlRKR1lpVXpSU1V5TWlVM1JDVTFSQ1V5UXlVeU1tRnVZMmh2Y25NbE1qSWxNMEVsTlVJbE4wSWxNako0SlRJeUpUTkJKVEl5ZHlVeVJqSWxNaklsTWtNbE1qSjVKVEl5SlROQkpUSXlNQ1V5TWlVM1JDVXlReVUzUWlVeU1uZ2xNaklsTTBFbE1qSjNKVEpHTWlVeU1pVXlReVV5TW5rbE1qSWxNMEVsTWpKb0pUSXlKVGRFSlRKREpUZENKVEl5ZUNVeU1pVXpRU1V5TWpBbE1qSWxNa01sTWpKNUpUSXlKVE5CSlRJeWFDVXlSaklsTWpJbE4wUWxNa01sTjBJbE1qSjRKVEl5SlROQkpUSXlkeVV5TWlVeVF5VXlNbmtsTWpJbE0wRWxNakpvSlRKR01pVXlNaVUzUkNVMVJDVXlReVV5TW5ScGRHeGxKVEl5SlROQkpUSXlKVVUySlRrMkpUZzNKVVUySlRsREpVRkRKVEl5SlRKREpUSXlabTl1ZEZOMGVXeGxKVEl5SlROQkpUZENKVEl5YzJsNlpTVXlNaVV6UVRFNEpUZEVKVEpESlRJeVpHRjBZVUYwZEhKcFluVjBaWE1sTWpJbE0wRWxOVUlsTjBJbE1qSnVZVzFsSlRJeUpUTkJKVEl5SlVVMUpVSkJKVGhHSlVVMUpUaEdKVUkzSlRJeUpUSkRKVEl5YVdRbE1qSWxNMEVsTWpKdWJVRjFWa3QwVFhaQk9EZzBOREV5SlRJeUpUSkRKVEl5ZEhsd1pTVXlNaVV6UVNVeU1tNTFiV0psY2lVeU1pVXlReVV5TW1OaGRHVm5iM0o1SlRJeUpUTkJKVEl5WkdWbVlYVnNkQ1V5TWlVeVF5VXlNblpoYkhWbEpUSXlKVE5CSlRJeUpUSXlKVGRFSlRKREpUZENKVEl5Ym1GdFpTVXlNaVV6UVNVeU1pVkZOU1U1TUNVNFJDVkZOeVZCTnlWQ01DVXlNaVV5UXlVeU1tbGtKVEl5SlROQkpUSXlVRzlKUkVSQ1NuaEZVak0yTWpneU9TVXlNaVV5UXlVeU1uUjVjR1VsTWpJbE0wRWxNakp6ZEhKcGJtY2xNaklsTWtNbE1qSmpZWFJsWjI5eWVTVXlNaVV6UVNVeU1tUmxabUYxYkhRbE1qSWxNa01sTWpKMllXeDFaU1V5TWlVelFTVXlNaVV5TWlVM1JDVXlReVUzUWlVeU1tNWhiV1VsTWpJbE0wRWxNaklsUlRZbE9Ea2xPREFsUlRZbE9VTWxPRGtsUlRnbE9EQWxPRFVsTWpJbE1rTWxNakpwWkNVeU1pVXpRU1V5TW1KMFpuQnRUVkJVVTFRMk9ERTNPREFsTWpJbE1rTWxNakowZVhCbEpUSXlKVE5CSlRJeWMzUnlhVzVuSlRJeUpUSkRKVEl5WTJGMFpXZHZjbmtsTWpJbE0wRWxNakprWldaaGRXeDBKVEl5SlRKREpUSXlkbUZzZFdVbE1qSWxNMEVsTWpJbE1qSWxOMFFsTWtNbE4wSWxNakp1WVcxbEpUSXlKVE5CSlRJeUpVVTRKVUpHSlRsRkpVVTJKVGhGSlVFMUpUSXlKVEpESlRJeWFXUWxNaklsTTBFbE1qSktiMk5SVm1WUlptMXFOakkzTlRrNEpUSXlKVEpESlRJeWRIbHdaU1V5TWlVelFTVXlNbXhwYm1zbE1qSWxNa01sTWpKallYUmxaMjl5ZVNVeU1pVXpRU1V5TW1SbFptRjFiSFFsTWpJbE1rTWxNakoyWVd4MVpTVXlNaVV6UVNVeU1pVXlNaVUzUkNVeVF5VTNRaVV5TW01aGJXVWxNaklsTTBFbE1qSWxSVFFsUWtVbFFrWWxSVGNsUVVNbFFrRWxNaklsTWtNbE1qSnBaQ1V5TWlVelFTVXlNbVp2UlZCd1VHWlRja1F6TkRNMU9USWxNaklsTWtNbE1qSjBlWEJsSlRJeUpUTkJKVEl5YzNSeWFXNW5KVEl5SlRKREpUSXlZMkYwWldkdmNua2xNaklsTTBFbE1qSmtaV1poZFd4MEpUSXlKVEpESlRJeWRtRnNkV1VsTWpJbE0wRWxNaklsTWpJbE4wUWxOVVFsTWtNbE1qSndjbTl3Y3lVeU1pVXpRU1UzUWlVeU1ucHBibVJsZUNVeU1pVXpRVFE0SlRKREpUSXlkeVV5TWlVelFURTFPQ1V5UXlVeU1uZ2xNaklsTTBFeE1EZ3dMalUwTlRRMU5EVTBOVFExTkRVbE1rTWxNakpvSlRJeUpUTkJOREFsTWtNbE1qSjVKVEl5SlROQk1UWTRMall3TkRVM05URTJNek01T0RjMUpUSkRKVEl5WVc1bmJHVWxNaklsTTBFd0pUZEVKVEpESlRJeWNHRjBhQ1V5TWlVelFTVTFRaVUzUWlVeU1teHBibVZUZEhsc1pTVXlNaVV6UVNVM1FpVXlNbXhwYm1WWGFXUjBhQ1V5TWlVelFUQWxOMFFsTWtNbE1qSm1hV3hzVTNSNWJHVWxNaklsTTBFbE4wSWxNakowZVhCbEpUSXlKVE5CSlRJeWJtOXVaU1V5TWl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mRwWkhSb0pUSXlKVE5CTVM0MUpUZEVKVEpESlRJeVkyaHBiR1J5Wlc0bE1qSWxNMEVsTlVJbE5VUWxNa01sTWpKeVpYTnBlbVZFYVhJbE1qSWxNMEVsTlVJbE1qSjBiQ1V5TWlVeVF5VXlNblJ5SlRJeUpUSkRKVEl5WW5JbE1qSWxNa01sTWpKaWJDVXlNaVV5UXlVeU1td2xNaklsTWtNbE1qSjBKVEl5SlRKREpUSXljaVV5TWlVeVF5VXlNbUlsTWpJbE5VUWxNa01sTWpKdVlXMWxKVEl5SlROQkpUSXlkR1Y0ZENVeU1pVXlReVV5TW1acGJHeFRkSGxzWlNVeU1pVXpRU1UzUWlVM1JDVXlReVV5TW5Sb1pXMWxKVEl5SlROQkpUZENKVGRFSlRKREpUSXlhV1FsTWpJbE0wRWxNakpIVG5sWGVXZDJlRzFhTURZME56QTFKVEl5SlRKREpUSXlZWFIwY21saWRYUmxKVEl5SlROQkpUZENKVEl5WTI5dWRHRnBibVZ5SlRJeUpUTkJabUZzYzJVbE1rTWxNakp5YjNSaGRHRmliR1VsTWpJbE0wRjBjblZsSlRKREpUSXlkbWx6YVdKc1pTVXlNaVV6UVhSeWRXVWxNa01sTWpKbWFYaGxaRXhwYm1zbE1qSWxNMEZtWVd4elpTVXlReVV5TW1OdmJHeGhjSE5oWW14bEpUSXlKVE5CWm1Gc2MyVWxNa01sTWpKamIyeHNZWEJ6WldRbE1qSWxNMEZtWVd4elpTVXlReVV5TW14cGJtdGhZbXhsSlRJeUpUTkJkSEoxWlNVeVF5VXlNbTFoY210bGNrOW1abk5sZENVeU1pVXpRVFVsTjBRbE1rTWxNakpqWVhSbFoyOXllU1V5TWlVelFTVXlNbUpoYzJsakpUSXlKVEpESlRJeWJHOWphMlZrSlRJeUpUTkJabUZzYzJVbE4wUWxNa01sTWpKWVRraDVabWxKV2tsTU9ESTBNVGc0SlRJeUpUTkJKVGRDSlRJeWRHVjRkRUpzYjJOckpUSXlKVE5CSlRWQ0pUVkVKVEpESlRJeWNHOXBiblJ6SlRJeUpUTkJKVFZDSlRWRUpUSkRKVEl5WkdGMFlVRjBkSEpwWW5WMFpYTWxNaklsTTBFbE5VSWxOVVFsTWtNbE1qSndjbTl3Y3lVeU1pVXpRU1UzUWlVeU1ucHBibVJsZUNVeU1pVXpRVFE1SlRKREpUSXllQ1V5TWlVelFXNTFiR3dsTWtNbE1qSjVKVEl5SlROQmJuVnNiQ1UzUkNVeVF5VXlNbXhwYm10bGNsUjVjR1VsTWpJbE0wRWxNakp1YjNKdFlXd2xNaklsTWtNbE1qSnNhVzVsVTNSNWJHVWxNaklsTTBFbE4wSWxNakpsYm1SQmNuSnZkMU4wZVd4bEpUSXlKVE5CSlRJeWJtOXVaU1V5TWlVeVF5VXlNbXhwYm1WWGFXUjBhQ1V5TWlVelFUTWxOMFFsTWtNbE1qSnVZVzFsSlRJeUpUTkJKVEl5YkdsdWEyVnlKVEl5SlRKREpUSXlabkp2YlNVeU1pVXpRU1UzUWlVeU1uZ2xNaklsTTBFMk1UVWxNa01sTWpKNUpUSXlKVE5CTWpZeUxqWXdORFUzTlRFMk16TTVPRGMxSlRKREpUSXlZVzVuYkdVbE1qSWxNMEUwTGpjeE1qTTRPRGs0TURNNE5EWTVKVEpESlRJeWFXUWxNaklsTTBFbE1qSlBUazVWYmtoVmVFZGFOekU0TXpnM0pUSXlKVGRFSlRKREpUSXlhV1FsTWpJbE0wRWxNakpZVGtoNVptbEpXa2xNT0RJME1UZzRKVEl5SlRKREpUSXlkR1Y0ZENVeU1pVXpRU1V5TWlVeU1pVXlReVV5TW5SdkpUSXlKVE5CSlRkQ0pUSXllQ1V5TWlVelFUTTNNQ1V5UXlVeU1ua2xNaklsTTBFek5EUWxNa01sTWpKaGJtZHNaU1V5TWlVelFURXVOVGN3TnprMk16STJOemswT0RrM0pUSkRKVEl5YVdRbE1qSWxNMEVsTWpKeGRtVkVRVTlxWmt0aE5EYzJOVEEzSlRJeUpUZEVKVEpESlRJeWJHOWphMlZrSlRJeUpUTkJabUZzYzJVbE1rTWxNakpuY205MWNDVXlNaVV6UVNVeU1pVXlNaVUzUkNVeVF5VXlNbmxwVlU5aFdXOUNTR1F4TWpNME1qVWxNaklsTTBFbE4wSWxNakowWlhoMFFteHZZMnNsTWpJbE0wRWxOVUlsTlVRbE1rTWxNakp3YjJsdWRITWxNaklsTTBFbE5VSWxOVVFsTWtNbE1qSmtZWFJoUVhSMGNtbGlkWFJsY3lVeU1pVXpRU1UxUWlVMVJDVXlReVV5TW5CeWIzQnpKVEl5SlROQkpUZENKVEl5ZW1sdVpHVjRKVEl5SlROQk5UQWxNa01sTWpKNEpUSXlKVE5CYm5Wc2JDVXlReVV5TW5rbE1qSWxNMEZ1ZFd4c0pUZEVKVEpESlRJeWJHbHVhMlZ5Vkhsd1pTVXlNaVV6UVNVeU1tNXZjbTFoYkNVeU1pVXlReVV5TW14cGJtVlRkSGxzWlNVeU1pVXpRU1UzUWlVeU1tVnVaRUZ5Y205M1UzUjViR1VsTWpJbE0wRWxNakp1YjI1bEpUSXlKVEpESlRJeWJHbHVaVmRwWkhSb0pUSXlKVE5CTXlVM1JDVXlReVV5TW01aGJXVWxNaklsTTBFbE1qSnNhVzVyWlhJbE1qSWxNa01sTWpKbWNtOXRKVEl5SlROQkpUZENKVEl5ZUNVeU1pVXpRVGcyTUNVeVF5VXlNbmtsTWpJbE0wRXpORFVsTWtNbE1qSmhibWRzWlNVeU1pVXpRVEV1TlRjd056azJNekkyTnprME9EazNKVEpESlRJeWFXUWxNaklsTTBFbE1qSnRXazUxWlhaQmRtNXNNVGsxTVRBeEpUSXlKVGRFSlRKREpUSXlhV1FsTWpJbE0wRWxNako1YVZWUFlWbHZRa2hrTVRJek5ESTFKVEl5SlRKREpUSXlkR1Y0ZENVeU1pVXpRU1V5TWlVeU1pVXlReVV5TW5SdkpUSXlKVE5CSlRkQ0pUSXllQ1V5TWlVelFUWXhOU1V5UXlVeU1ua2xNaklsTTBFeU5qSXVOakEwTlRjMU1UWXpNems0TnpVbE1rTWxNakpoYm1kc1pTVXlNaVV6UVRRdU56RXlNemc0T1Rnd016ZzBOamtsTWtNbE1qSnBaQ1V5TWlVelFTVXlNazlPVGxWdVNGVjRSMW8zTVRnek9EY2xNaklsTjBRbE1rTWxNakpzYjJOclpXUWxNaklsTTBGbVlXeHpaU1V5UXlVeU1tZHliM1Z3SlRJeUpUTkJKVEl5SlRJeUpUZEVKVEpESlRJeVZFOVhlWEphWmxwbVJqYzFOemMyTnlVeU1pVXpRU1UzUWlVeU1uQmhjbVZ1ZENVeU1pVXpRU1V5TWlVeU1pVXlReVV5TW14cGJtc2xNaklsTTBFbE1qSWxNaklsTWtNbE1qSnphR0Z3WlZOMGVXeGxKVEl5SlROQkpUZENKVEl5WVd4d2FHRWxNaklsTTBFeEpUZEVKVEpESlRJeWRHVjRkRUpzYjJOckpUSXlKVE5CSlRWQ0pUZENKVEl5Y0c5emFYUnBiMjRsTWpJbE0wRWxOMElsTWpKM0pUSXlKVE5CSlRJeWR5VXlNaVV5UXlVeU1uZ2xNaklsTTBFd0pUSkRKVEl5YUNVeU1pVXpRU1V5TW1nbE1qSWxNa01sTWpKNUpUSXlKVE5CTUNVM1JDVXlReVV5TW5SbGVIUWxNaklsTTBFbE1qSWxNME5pSlRORkpVVTRKVUl3SlRnekpVVTFKVUpCSlVFMkpUTkRKVEpHWWlVelJT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JKVGsySlRnM0pVVTJKVGxESlVGREpUSXlKVEpESlRJeVptOXVkRk4wZVd4bEpUSXlKVE5CSlRkQ0pUSXljMmw2WlNVeU1pVXpRVEU0SlRkRUpUSkRKVEl5WkdGMFlVRjBkSEpwWW5WMFpYTWxNaklsTTBFbE5VSWxOMElsTWpKdVlXMWxKVEl5SlROQkpUSXlKVVUxSlVKQkpUaEdKVVUxSlRoR0pVSTNKVEl5SlRKREpUSXlhV1FsTWpJbE0wRWxNakpXWWxseFYzTlFWSFJyTlRreE5qVTVKVEl5SlRKREpUSXlkSGx3WlNVeU1pVXpRU1V5TW01MWJXSmxjaVV5TWlVeVF5VXlNbU5oZEdWbmIzSjVKVEl5SlROQkpUSXlaR1ZtWVhWc2RDVXlNaVV5UXlVeU1uWmhiSFZsSlRJeUpUTkJKVEl5SlRJeUpUZEVKVEpESlRkQ0pUSXlibUZ0WlNVeU1pVXpRU1V5TWlWRk5TVTVNQ1U0UkNWRk55VkJOeVZDTUNVeU1pVXlReVV5TW1sa0pUSXlKVE5CSlRJeWJsSjRXVkJWUmxwSmRUZ3hOalUxT0NVeU1pVXlReVV5TW5SNWNHVWxNaklsTTBFbE1qSnpkSEpwYm1jbE1qSWxNa01sTWpKallYUmxaMjl5ZVNVeU1pVXpRU1V5TW1SbFptRjFiSFFsTWpJbE1rTWxNakoyWVd4MVpTVXlNaVV6UVNVeU1pVXlNaVUzUkNVeVF5VTNRaVV5TW01aGJXVWxNaklsTTBFbE1qSWxSVFlsT0RrbE9EQWxSVFlsT1VNbE9Ea2xSVGdsT0RBbE9EVWxNaklsTWtNbE1qSnBaQ1V5TWlVelFTVXlNblIzU0ZCa1JFbE5RMUUxTWpNd01Ua2xNaklsTWtNbE1qSjBlWEJsSlRJeUpUTkJKVEl5YzNSeWFXNW5KVEl5SlRKREpUSXlZMkYwWldkdmNua2xNaklsTTBFbE1qSmtaV1poZFd4MEpUSXlKVEpESlRJeWRtRnNkV1VsTWpJbE0wRWxNaklsTWpJbE4wUWxNa01sTjBJbE1qSnVZVzFsSlRJeUpUTkJKVEl5SlVVNEpVSkdKVGxGSlVVMkpUaEZKVUUxSlRJeUpUSkRKVEl5YVdRbE1qSWxNMEVsTWpKVVVXNXlhbFZrYVdsd05UQTJPVGcwSlRJeUpUSkRKVEl5ZEhsd1pTVXlNaVV6UVNVeU1teHBibXNsTWpJbE1rTWxNakpqWVhSbFoyOXllU1V5TWlVelFTVXlNbVJsWm1GMWJIUWxNaklsTWtNbE1qSjJZV3gxWlNVeU1pVXpRU1V5TWlVeU1pVTNSQ1V5UXlVM1FpVXlNbTVoYldVbE1qSWxNMEVsTWpJbFJUUWxRa1VsUWtZbFJUY2xRVU1sUWtFbE1qSWxNa01sTWpKcFpDVXlNaVV6UVNVeU1sVk9VazFwYmxGWlltMDNORFk1TXpVbE1qSWxNa01sTWpKMGVYQmxKVEl5SlROQkpUSXljM1J5YVc1bkpUSXlKVEpESlRJeVkyRjBaV2R2Y25rbE1qSWxNMEVsTWpKa1pXWmhkV3gwSlRJeUpUSkRKVEl5ZG1Gc2RXVWxNaklsTTBFbE1qSWxNaklsTjBRbE5VUWxNa01sTWpKd2NtOXdjeVV5TWlVelFTVTNRaVV5TW5wcGJtUmxlQ1V5TWlVelFUVXhKVEpESlRJeWR5VXlNaVV6UVRFMU9DVXlReVV5TW5nbE1qSWxNMEUxTXpZbE1rTWxNakpvSlRJeUpUTkJOREFsTWtNbE1qSjVKVEl5SlROQk1qazJMakUxT1RRek1EUXpPRGcwTWpJMkpUSkRKVEl5WVc1bmJHVWxNaklsTTBFd0pUZEVKVEpESlRJeWNHRjBhQ1V5TWlVelFTVTFRaVUzUWlVeU1teHBibVZUZEhsc1pTVXlNaVV6UVNVM1FpVXlNbXhwYm1WWGFXUjBhQ1V5TWlVelFUQWxOMFFsTWtNbE1qSm1hV3hzVTNSNWJHVWxNaklsTTBFbE4wSWxNakowZVhCbEpUSXlKVE5CSlRJeWJtOXVaU1V5TWlVM1JDVXlRe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JeWJHbHVaVmRwWkhSb0pUSXlKVE5CTVM0MUpUZEVKVEpESlRJeVkyaHBiR1J5Wlc0bE1qSWxNMEVsTlVJbE5VUWxNa01sTWpKeVpYTnBlbVZFYVhJbE1qSWxNMEVsTlVJbE1qSjBiQ1V5TWlVeVF5VXlNblJ5SlRJeUpUSkRKVEl5WW5JbE1qSWxNa01sTWpKaWJDVXlNaVV5UXlVeU1td2xNaklsTWtNbE1qSjBKVEl5SlRKREpUSXljaVV5TWlVeVF5VXlNbUlsTWpJbE5VUWxNa01sTWpKdVlXMWxKVEl5SlROQkpUSXlkR1Y0ZENVeU1pVXlReVV5TW1acGJHeFRkSGxzWlNVeU1pVXpRU1UzUWlVM1JDVXlReVV5TW5Sb1pXMWxKVEl5SlROQkpUZENKVGRFSlRKREpUSXlhV1FsTWpJbE0wRWxNakpVVDFkNWNscG1XbVpHTnpVM056WTNKVEl5SlRKREpUSXlZWFIwY21saWRYUmxKVEl5SlROQkpUZENKVEl5WTI5dWRHRnBibVZ5SlRJeUpUTkJabUZzYzJVbE1rTWxNakp5YjNSaGRHRmliR1VsTWpJbE0wRjBjblZsSlRKREpUSXlkbWx6YVdKc1pTVXlNaVV6UVhSeWRXVWxNa01sTWpKbWFYaGxaRXhwYm1zbE1qSWxNMEZtWVd4elpTVXlReVV5TW1OdmJHeGhjSE5oWW14bEpUSXlKVE5CWm1Gc2MyVWxNa01sTWpKamIyeHNZWEJ6WldRbE1qSWxNMEZtWVd4elpTVXlReVV5TW14cGJtdGhZbXhsSlRJeUpUTkJkSEoxWlNVeVF5VXlNbTFoY210bGNrOW1abk5sZENVeU1pVXpRVFVsTjBRbE1rTWxNakpqWVhSbFoyOXllU1V5TWlVelFTVXlNbUpoYzJsakpUSXlKVEpESlRJeWJHOWphMlZrSlRJeUpUTkJabUZzYzJVbE1rTWxNakpuY205MWNDVXlNaVV6UVNVeU1pVXlNaVUzUkNVeVF5VXlNblpaUkZWTGFtSjNkRVE1T0RNek1EVWxNaklsTTBFbE4wSWxNakp3WVhKbGJuUWxNaklsTTBFbE1qSWxNaklsTWtNbE1qSnNhVzVySlRJeUpUTkJKVEl5SlRJeUpUSkRKVEl5YzJoaGNHVlRkSGxzWlNVeU1pVXpRU1UzUWlVeU1tRnNjR2hoSlRJeUpUTkJNU1UzUkNVeVF5VXlNblJsZUhSQ2JHOWpheVV5TWlVelFTVTFRaVUzUWlVeU1uQnZjMmwwYVc5dUpUSXlKVE5CSlRkQ0pUSXlkeVV5TWlVelFTVXlNbmN0TWpBbE1qSWxNa01sTWpKNEpUSXlKVE5CTVRBbE1rTWxNakpvSlRJeUpUTkJKVEl5YUNVeU1pVXlReVV5TW5rbE1qSWxNMEV3SlRkRUpUSkRKVEl5ZEdWNGRDVXlNaVV6UVNVeU1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NKVGxHSlVFNUpVVTFKVUpFSlVFeUpUSXlKVEpESlRJeVptOXVkRk4wZVd4bEpUSXlKVE5CSlRkQ0pUZEVKVEpESlRJeVpHRjBZVUYwZEhKcFluVjBaWE1sTWpJbE0wRWxOVUlsTjBJbE1qSnVZVzFsSlRJeUpUTkJKVEl5SlVVMUpVSkJKVGhHSlVVMUpUaEdKVUkzSlRJeUpUSkRKVEl5YVdRbE1qSWxNMEVsTWpKUFYydEJVRlp1VDNwME1URTNOamd4SlRJeUpUSkRKVEl5ZEhsd1pTVXlNaVV6UVNVeU1tNTFiV0psY2lVeU1pVXlReVV5TW1OaGRHVm5iM0o1SlRJeUpUTkJKVEl5WkdWbVlYVnNkQ1V5TWlVeVF5VXlNblpoYkhWbEpUSXlKVE5CSlRJeUpUSXlKVGRFSlRKREpUZENKVEl5Ym1GdFpTVXlNaVV6UVNVeU1pVkZOU1U1TUNVNFJDVkZOeVZCTnlWQ01DVXlNaVV5UXlVeU1tbGtKVEl5SlROQkpUSXlSbUY0ZEdaQmFVVnRiVGN5TkRRNE5TVXlNaVV5UXlVeU1uUjVjR1VsTWpJbE0wRWxNakp6ZEhKcGJtY2xNaklsTWtNbE1qSmpZWFJsWjI5eWVTVXlNaVV6UVNVeU1tUmxabUYxYkhRbE1qSWxNa01sTWpKMllXeDFaU1V5TWlVelFTVXlNaVV5TWlVM1JDVXlReVUzUWlVeU1tNWhiV1VsTWpJbE0wRWxNaklsUlRZbE9Ea2xPREFsUlRZbE9VTWxPRGtsUlRnbE9EQWxPRFVsTWpJbE1rTWxNakpwWkNVeU1pVXpRU1V5TW10SGJVMTNTVkZQZDNZek5qVXpNRFFsTWpJbE1rTWxNakowZVhCbEpUSXlKVE5CSlRJeWMzUnlhVzVuSlRJeUpUSkRKVEl5WTJGMFpXZHZjbmtsTWpJbE0wRWxNakprWldaaGRXeDBKVEl5SlRKREpUSXlkbUZzZFdVbE1qSWxNMEVsTWpJbE1qSWxOMFFsTWtNbE4wSWxNakp1WVcxbEpUSXlKVE5CSlRJeUpVVTRKVUpHSlRsRkpVVTJKVGhGSlVFMUpUSXlKVEpESlRJeWFXUWxNaklsTTBFbE1qSkRSa1p5WTNGSFpHdHJNRFU0TURZeEpUSXlKVEpESlRJeWRIbHdaU1V5TWlVelFTVXlNbXhwYm1zbE1qSWxNa01sTWpKallYUmxaMjl5ZVNVeU1pVXpRU1V5TW1SbFptRjFiSFFsTWpJbE1rTWxNakoyWVd4MVpTVXlNaVV6UVNVeU1pVXlNaVUzUkNVeVF5VTNRaVV5TW01aGJXVWxNaklsTTBFbE1qSWxSVFFsUWtVbFFrWWxSVGNsUVVNbFFrRWxNaklsTWtNbE1qSnBaQ1V5TWlVelFTVXlNbmxKYkdWTVQzcHpUblk0TWpVeE5EUWxNaklsTWtNbE1qSjBlWEJsSlRJeUpUTkJKVEl5YzNSeWFXNW5KVEl5SlRKREpUSXlZMkYwWldkdmNua2xNaklsTTBFbE1qSmtaV1poZFd4MEpUSXlKVEpESlRJeWRtRnNkV1VsTWpJbE0wRWxNaklsTWpJbE4wUWxOVVFsTWtNbE1qSndjbTl3Y3lVeU1pVXpRU1UzUWlVeU1ucHBibVJsZUNVeU1pVXpRVFV5SlRKREpUSXlkeVV5TWlVelFUUXdMakl4TXpVME1UWTJOalkyTmpZekpUSkRKVEl5ZUNVeU1pVXpRVFU1TkM0Mk9ETTNPRE0yTXpjeE5USTRKVEpESlRJeWFDVXlNaVV6UVRrdU1qRTFOakF6TWprNE5qRXhNVEF5SlRKREpUSXllU1V5TWlVelFUUTROUzR4T0RJM05USTRNakV4T0RBMU5DVXlReVV5TW1GdVoyeGxKVEl5SlROQk1DVTNSQ1V5UXlVeU1uQmhkR2dsTWpJbE0wRWxOVUlsTjBJbE1qSmhZM1JwYjI1ekpUSXlKVE5CSlRWQ0pUZENKVEl5ZUNVeU1pVXpRU1V5TWpBbE1qSWxNa01sTWpKaFkzUnBiMjRsTWpJbE0wRWxNakp0YjNabEpUSXlKVEpESlRJeWVTVXlNaVV6UVNVeU1qQWxNaklsTjBRbE1rTWxOMElsTWpKNEpUSXlKVE5CSlRJeWR5VXlNaVV5UXlVeU1tRmpkR2x2YmlVeU1pVXpRU1V5TW14cGJtVWxNaklsTWtNbE1qSjVKVEl5SlROQkpUSXlNQ1V5TWlVM1JDVXlReVUzUWlVeU1uZ2xNaklsTTBFbE1qSjNKVEl5SlRKREpUSXlZV04wYVc5dUpUSXlKVE5CSlRJeWJHbHVaU1V5TWlVeVF5VXlNbmtsTWpJbE0wRWxNakpvSlRJeUpUZEVKVEpESlRkQ0pUSXllQ1V5TWlVelFTVXlNakFsTWpJbE1rTWxNakpoWTNScGIyNGxNaklsTTBFbE1qSnNhVzVsSlRJeUpUSkRKVEl5ZVNVeU1pVXpRU1V5TW1nbE1qSWxOMFFsTWtNbE4wSWxNakpoWTNScGIyNGxNaklsTTBFbE1qSmpiRzl6WlNVeU1pVTNSQ1UxUkNVM1JDVTFSQ1V5UXlVeU1teHBibVZUZEhsc1pTVXlNaVV6UVNVM1FpVXlNbXhwYm1WRGIyeHZjaVV5TWlVelFTVXlNakkxTlNVeVF6STFOU1V5UXpJMU5TVXlNaVV5UXlVeU1teHBibVZYYVdSMGFDVXlNaVV6UVRBbE4wUWxNa01sTWpKamFHbHNaSEpsYmlVeU1pVXpRU1UxUWlVMVJDVXlReVV5TW5KbGMybDZaVVJwY2lVeU1pVXpRU1UxUWlVeU1uUnNKVEl5SlRKREpUSXlkSElsTWpJbE1rTWxNakppY2lVeU1pVXlReVV5TW1Kc0pUSXlKVEpESlRJeWJDVXlNaVV5UXlVeU1uUWxNaklsTWtNbE1qSnlKVEl5SlRKREpUSXlZaVV5TWlVMVJDVXlReVV5TW01aGJXVWxNaklsTTBFbE1qSnlaV04wWVc1bmJHVWxNaklsTWtNbE1qSm1hV3hzVTNSNWJHVWxNaklsTTBFbE4wSWxNakpqYjJ4dmNpVXlNaVV6UVNVeU1qSXlNaVV5UXpFek1DVXlRelEwSlRJeUpUSkRKVEl5ZEhsd1pTVXlNaVV6UVNVeU1uTnZiR2xrSlRJeUpUZEVKVEpESlRJeWRHaGxiV1VsTWpJbE0wRWxOMElsTjBRbE1rTWxNakpwWkNVeU1pVXpRU1V5TW5aWlJGVkxhbUozZEVRNU9ETXpNRFVsTWpJbE1rTWxNakpoZEhSeWFXSjFkR1VsTWpJbE0wRWxOMElsTWpKamIyNTBZV2x1WlhJbE1qSWxNMEZtWVd4elpTVXlReVV5TW5KdmRHRjBZV0pzWlNVeU1pVXpRWFJ5ZFdVbE1rTWxNakoyYVhOcFlteGxKVEl5SlROQmRISjFaU1V5UXlVeU1tWnBlR1ZrVEdsdWF5VXlNaVV6UVdaaGJITmxKVEpESlRJeVkyOXNiR0Z3YzJGaWJHVWxNaklsTTBGbVlXeHpaU1V5UXlVeU1tTnZiR3hoY0hObFpDVXlNaVV6UVdaaGJITmxKVEpESlRJeWJHbHVhMkZpYkdVbE1qSWxNMEYwY25WbEpUSkRKVEl5YldGeWEyVnlUMlptYzJWMEpUSXlKVE5CTlNVM1JDVXlReVV5TW1OaGRHVm5iM0o1SlRJeUpUTkJKVEl5WW1GemFXTWxNaklsTWtNbE1qSnNiMk5yWldRbE1qSWxNMEZtWVd4elpTVXlReVV5TW1keWIzVndKVEl5SlROQkpUSXlTRkJNYkhkQmVVSm1Samc1TkRBME5pVXlNaVUzUkNVeVF5VXlNbTU0Wm5kM2FIUjVUWEEzT1RnME5qSWxNaklsTTBFbE4wSWxNakp3WVhKbGJuUWxNaklsTTBFbE1qSWxNaklsTWtNbE1qSnNhVzVySlRJeUpUTkJKVEl5SlRJeUpUSkRKVEl5YzJoaGNHVlRkSGxzWlNVeU1pVXpRU1UzUWlVeU1tRnNjR2hoSlRJeUpUTkJNU1UzUkNVeVF5VXlNblJsZUhSQ2JHOWpheVV5TWlVelFTVTFRaVUzUWlVeU1uQnZjMmwwYVc5dUpUSXlKVE5CSlRkQ0pUSXlkeVV5TWlVelFTVXlNbmN0TWpBbE1qSWxNa01sTWpKNEpUSXlKVE5CTVRBbE1rTWxNakpvSlRJeUpUTkJKVEl5YUNVeU1pVXlReVV5TW5rbE1qSWxNMEV3SlRkRUpUSkRKVEl5ZEdWNGRDVXlNaVV6UVNVeU1p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lJwZEd4bEpUSXlKVE5CSlRJeUpVVTNKVGxHSlVFNUpVVTFKVUpFSlVFeUpUSXlKVEpESlRJeVptOXVkRk4wZVd4bEpUSXlKVE5CSlRkQ0pUZEVKVEpESlRJeVpHRjBZVUYwZEhKcFluVjBaWE1sTWpJbE0wRWxOVUlsTjBJbE1qSnVZVzFsSlRJeUpUTkJKVEl5SlVVMUpVSkJKVGhHSlVVMUpUaEdKVUkzSlRJeUpUSkRKVEl5YVdRbE1qSWxNMEVsTWpKVFpXWk1kblZxYlZCWU5UWXpPRGt5SlRJeUpUSkRKVEl5ZEhsd1pTVXlNaVV6UVNVeU1tNTFiV0psY2lVeU1pVXlReVV5TW1OaGRHVm5iM0o1SlRJeUpUTkJKVEl5WkdWbVlYVnNkQ1V5TWlVeVF5VXlNblpoYkhWbEpUSXlKVE5CSlRJeUpUSXlKVGRFSlRKREpUZENKVEl5Ym1GdFpTVXlNaVV6UVNVeU1pVkZOU1U1TUNVNFJDVkZOeVZCTnlWQ01DVXlNaVV5UXlVeU1tbGtKVEl5SlROQkpUSXlhWGxZWVhaUGEyNW9UelEwT1RNeE55VXlNaVV5UXlVeU1uUjVjR1VsTWpJbE0wRWxNakp6ZEhKcGJtY2xNaklsTWtNbE1qSmpZWFJsWjI5eWVTVXlNaVV6UVNVeU1tUmxabUYxYkhRbE1qSWxNa01sTWpKMllXeDFaU1V5TWlVelFTVXlNaVV5TWlVM1JDVXlReVUzUWlVeU1tNWhiV1VsTWpJbE0wRWxNaklsUlRZbE9Ea2xPREFsUlRZbE9VTWxPRGtsUlRnbE9EQWxPRFVsTWpJbE1rTWxNakpwWkNVeU1pVXpRU1V5TWsxeGNIRkpTMk5JYzB3Mk5qUXlOemdsTWpJbE1rTWxNakowZVhCbEpUSXlKVE5CSlRJeWMzUnlhVzVuSlRJeUpUSkRKVEl5WTJGMFpXZHZjbmtsTWpJbE0wRWxNakprWldaaGRXeDBKVEl5SlRKREpUSXlkbUZzZFdVbE1qSWxNMEVsTWpJbE1qSWxOMFFsTWtNbE4wSWxNakp1WVcxbEpUSXlKVE5CSlRJeUpVVTRKVUpHSlRsRkpVVTJKVGhGSlVFMUpUSXlKVEpESlRJeWFXUWxNaklsTTBFbE1qSkVURzkxYkdGYWMyeFFOVGcxTXpnMkpUSXlKVEpESlRJeWRIbHdaU1V5TWlVelFTVXlNbXhwYm1zbE1qSWxNa01sTWpKallYUmxaMjl5ZVNVeU1pVXpRU1V5TW1SbFptRjFiSFFsTWpJbE1rTWxNakoyWVd4MVpTVXlNaVV6UVNVeU1pVXlNaVUzUkNVeVF5VTNRaVV5TW01aGJXVWxNaklsTTBFbE1qSWxSVFFsUWtVbFFrWWxSVGNsUVVNbFFrRWxNaklsTWtNbE1qSnBaQ1V5TWlVelFTVXlNbTFuZDBaMFQzSjNkMDAyTkRZek1ESWxNaklsTWtNbE1qSjBlWEJsSlRJeUpUTkJKVEl5YzNSeWFXNW5KVEl5SlRKREpUSXlZMkYwWldkdmNua2xNaklsTTBFbE1qSmtaV1poZFd4MEpUSXlKVEpESlRJeWRtRnNkV1VsTWpJbE0wRWxNaklsTWpJbE4wUWxOVVFsTWtNbE1qSndjbTl3Y3lVeU1pVXpRU1UzUWlVeU1ucHBibVJsZUNVeU1pVXpRVFV6SlRKREpUSXlkeVV5TWlVelFUUXdMakl4TXpVME1UWTJOalkyTmpZekpUSkRKVEl5ZUNVeU1pVXpRVFU1TlM0eE1ESTJOelEyT1RZeE9EQTFKVEpESlRJeWFDVXlNaVV6UVRrdU1qRTFOakF6TWprNE5qRXhNVEF5SlRKREpUSXllU1V5TWlVelFUUTROUzQyTURFMk5ETTRPREF5TURnekpUSkRKVEl5WVc1bmJHVWxNaklsTTBFeExqVTNNRGM1TmpNeU5qYzVORGc1TmpZbE4wUWxNa01sTWpKd1lYUm9KVEl5SlROQkpUVkNKVGRDSlRJeVlXTjBhVzl1Y3lVeU1pVXpRU1UxUWlVM1FpVXlNbmdsTWpJbE0wRWxNakl3SlRJeUpUSkRKVEl5WVdOMGFXOXVKVEl5SlROQkpUSXliVzkyWlNVeU1pVXlReVV5TW5rbE1qSWxNMEVsTWpJd0pUSXlKVGRFSlRKREpUZENKVEl5ZUNVeU1pVXpRU1V5TW5jbE1qSWxNa01sTWpKaFkzUnBiMjRsTWpJbE0wRWxNakpzYVc1bEpUSXlKVEpESlRJeWVTVXlNaVV6UVNVeU1qQWxNaklsTjBRbE1rTWxOMElsTWpKNEpUSXlKVE5CSlRJeWR5VXlNaVV5UXlVeU1tRmpkR2x2YmlVeU1pVXpRU1V5TW14cGJtVWxNaklsTWtNbE1qSjVKVEl5SlROQkpUSXlhQ1V5TWlVM1JDVXlReVUzUWlVeU1uZ2xNaklsTTBFbE1qSXdKVEl5SlRKREpUSXlZV04wYVc5dUpUSXlKVE5CSlRJeWJHbHVaU1V5TWlVeVF5VXlNbmtsTWpJbE0wRWxNakpvSlRJeUpUZEVKVEpESlRkQ0pUSXlZV04wYVc5dUpUSXlKVE5CSlRJeVkyeHZjMlVsTWpJbE4wUWxOVVFsTjBRbE5VUWxNa01sTWpKc2FXNWxVM1I1YkdVbE1qSWxNMEVsTjBJbE1qSnNhVzVsUTI5c2IzSWxNaklsTTBFbE1qSXlOVFVsTWtNeU5UVWxNa015TlRVbE1qSWxNa01sTWpKc2FXNWxWMmxrZEdnbE1qSWxNMEV3SlRkRUpUSkRKVEl5WTJocGJHUnlaVzRsTWpJbE0wRWxOVUlsTlVRbE1rTWxNakp5WlhOcGVtVkVhWElsTWpJbE0wRWxOVUlsTWpKMGJDVXlNaVV5UXlVeU1uUnlKVEl5SlRKREpUSXlZbklsTWpJbE1rTWxNakppYkNVeU1pVXlReVV5TW13bE1qSWxNa01sTWpKMEpUSXlKVEpESlRJeWNpVXlNaVV5UXlVeU1tSWxNaklsTlVRbE1rTWxNakp1WVcxbEpUSXlKVE5CSlRJeWNtVmpkR0Z1WjJ4bEpUSXlKVEpESlRJeVptbHNiRk4wZVd4bEpUSXlKVE5CSlRkQ0pUSXlZMjlzYjNJbE1qSWxNMEVsTWpJeU1qSWxNa014TXpBbE1rTTBOQ1V5TWlVeVF5VXlNblI1Y0dVbE1qSWxNMEVsTWpKemIyeHBaQ1V5TWlVM1JDVXlReVV5TW5Sb1pXMWxKVEl5SlROQkpUZENKVGRFSlRKREpUSXlhV1FsTWpJbE0wRWxNakp1ZUdaM2QyaDBlVTF3TnprNE5EWXlKVEl5SlRKREpUSXlZWFIwY21saWRYUmxKVEl5SlROQkpUZENKVEl5WTI5dWRHRnBibVZ5SlRJeUpUTkJabUZzYzJVbE1rTWxNakp5YjNSaGRHRmliR1VsTWpJbE0wRjBjblZsSlRKREpUSXlkbWx6YVdKc1pTVXlNaVV6UVhSeWRXVWxNa01sTWpKbWFYaGxaRXhwYm1zbE1qSWxNMEZtWVd4elpTVXlReVV5TW1OdmJHeGhjSE5oWW14bEpUSXlKVE5CWm1Gc2MyVWxNa01sTWpKamIyeHNZWEJ6WldRbE1qSWxNMEZtWVd4elpTVXlReVV5TW14cGJtdGhZbXhsSlRJeUpUTkJkSEoxWlNVeVF5VXlNbTFoY210bGNrOW1abk5sZENVeU1pVXpRVFVsTjBRbE1rTWxNakpqWVhSbFoyOXllU1V5TWlVelFTVXlNbUpoYzJsakpUSXlKVEpESlRJeWJHOWphMlZrSlRJeUpUTkJabUZzYzJVbE1rTWxNakpuY205MWNDVXlNaVV6UVNVeU1raFFUR3gzUVhsQ1prWTRPVFF3TkRZbE1qSWxOMFFsTjBRbE4wUT0iLAoJIkZpbGVJZCIgOiAicG9fYmhjZWlkZGllZWRkY2EiCn0K"/>
    </extobj>
  </extobjs>
</s:customData>
</file>

<file path=customXml/itemProps6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Office WWO_wpscloud_20240912200119-2f3a33a672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Wingdings</vt:lpstr>
      <vt:lpstr>Kingsoft Confetti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王之格</cp:lastModifiedBy>
  <dcterms:created xsi:type="dcterms:W3CDTF">2024-10-10T18:47:39Z</dcterms:created>
  <dcterms:modified xsi:type="dcterms:W3CDTF">2024-10-10T18:47:39Z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2052-12.9.0.18238</vt:lpwstr>
  </property>
  <property fmtid="{D5CDD505-2E9C-101B-9397-08002B2CF9AE}" pid="3" name="ICV">
    <vt:lpwstr>D79588AA534E4813B729D6D4D7A8F8B8_11</vt:lpwstr>
  </property>
</Properties>
</file>